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4" r:id="rId4"/>
    <p:sldMasterId id="214748370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Barlow ExtraLight"/>
      <p:regular r:id="rId21"/>
      <p:bold r:id="rId22"/>
      <p:italic r:id="rId23"/>
      <p:boldItalic r:id="rId24"/>
    </p:embeddedFont>
    <p:embeddedFont>
      <p:font typeface="Hepta Slab Medium"/>
      <p:regular r:id="rId25"/>
      <p:bold r:id="rId26"/>
    </p:embeddedFont>
    <p:embeddedFont>
      <p:font typeface="Hepta Slab Light"/>
      <p:regular r:id="rId27"/>
      <p:bold r:id="rId28"/>
    </p:embeddedFont>
    <p:embeddedFont>
      <p:font typeface="Hepta Slab"/>
      <p:regular r:id="rId29"/>
      <p:bold r:id="rId30"/>
    </p:embeddedFont>
    <p:embeddedFont>
      <p:font typeface="Barlow Medium"/>
      <p:regular r:id="rId31"/>
      <p:bold r:id="rId32"/>
      <p:italic r:id="rId33"/>
      <p:boldItalic r:id="rId34"/>
    </p:embeddedFont>
    <p:embeddedFont>
      <p:font typeface="Barlow Light"/>
      <p:regular r:id="rId35"/>
      <p:bold r:id="rId36"/>
      <p:italic r:id="rId37"/>
      <p:boldItalic r:id="rId38"/>
    </p:embeddedFont>
    <p:embeddedFont>
      <p:font typeface="Barlow"/>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arlow-bold.fntdata"/><Relationship Id="rId20" Type="http://schemas.openxmlformats.org/officeDocument/2006/relationships/slide" Target="slides/slide14.xml"/><Relationship Id="rId42" Type="http://schemas.openxmlformats.org/officeDocument/2006/relationships/font" Target="fonts/Barlow-boldItalic.fntdata"/><Relationship Id="rId41" Type="http://schemas.openxmlformats.org/officeDocument/2006/relationships/font" Target="fonts/Barlow-italic.fntdata"/><Relationship Id="rId22" Type="http://schemas.openxmlformats.org/officeDocument/2006/relationships/font" Target="fonts/BarlowExtraLight-bold.fntdata"/><Relationship Id="rId21" Type="http://schemas.openxmlformats.org/officeDocument/2006/relationships/font" Target="fonts/BarlowExtraLight-regular.fntdata"/><Relationship Id="rId24" Type="http://schemas.openxmlformats.org/officeDocument/2006/relationships/font" Target="fonts/BarlowExtraLight-boldItalic.fntdata"/><Relationship Id="rId23" Type="http://schemas.openxmlformats.org/officeDocument/2006/relationships/font" Target="fonts/BarlowExtraLigh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HeptaSlabMedium-bold.fntdata"/><Relationship Id="rId25" Type="http://schemas.openxmlformats.org/officeDocument/2006/relationships/font" Target="fonts/HeptaSlabMedium-regular.fntdata"/><Relationship Id="rId28" Type="http://schemas.openxmlformats.org/officeDocument/2006/relationships/font" Target="fonts/HeptaSlabLight-bold.fntdata"/><Relationship Id="rId27" Type="http://schemas.openxmlformats.org/officeDocument/2006/relationships/font" Target="fonts/HeptaSlabLight-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HeptaSlab-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BarlowMedium-regular.fntdata"/><Relationship Id="rId30" Type="http://schemas.openxmlformats.org/officeDocument/2006/relationships/font" Target="fonts/HeptaSlab-bold.fntdata"/><Relationship Id="rId11" Type="http://schemas.openxmlformats.org/officeDocument/2006/relationships/slide" Target="slides/slide5.xml"/><Relationship Id="rId33" Type="http://schemas.openxmlformats.org/officeDocument/2006/relationships/font" Target="fonts/BarlowMedium-italic.fntdata"/><Relationship Id="rId10" Type="http://schemas.openxmlformats.org/officeDocument/2006/relationships/slide" Target="slides/slide4.xml"/><Relationship Id="rId32" Type="http://schemas.openxmlformats.org/officeDocument/2006/relationships/font" Target="fonts/BarlowMedium-bold.fntdata"/><Relationship Id="rId13" Type="http://schemas.openxmlformats.org/officeDocument/2006/relationships/slide" Target="slides/slide7.xml"/><Relationship Id="rId35" Type="http://schemas.openxmlformats.org/officeDocument/2006/relationships/font" Target="fonts/BarlowLight-regular.fntdata"/><Relationship Id="rId12" Type="http://schemas.openxmlformats.org/officeDocument/2006/relationships/slide" Target="slides/slide6.xml"/><Relationship Id="rId34" Type="http://schemas.openxmlformats.org/officeDocument/2006/relationships/font" Target="fonts/BarlowMedium-boldItalic.fntdata"/><Relationship Id="rId15" Type="http://schemas.openxmlformats.org/officeDocument/2006/relationships/slide" Target="slides/slide9.xml"/><Relationship Id="rId37" Type="http://schemas.openxmlformats.org/officeDocument/2006/relationships/font" Target="fonts/BarlowLight-italic.fntdata"/><Relationship Id="rId14" Type="http://schemas.openxmlformats.org/officeDocument/2006/relationships/slide" Target="slides/slide8.xml"/><Relationship Id="rId36" Type="http://schemas.openxmlformats.org/officeDocument/2006/relationships/font" Target="fonts/BarlowLight-bold.fntdata"/><Relationship Id="rId17" Type="http://schemas.openxmlformats.org/officeDocument/2006/relationships/slide" Target="slides/slide11.xml"/><Relationship Id="rId39" Type="http://schemas.openxmlformats.org/officeDocument/2006/relationships/font" Target="fonts/Barlow-regular.fntdata"/><Relationship Id="rId16" Type="http://schemas.openxmlformats.org/officeDocument/2006/relationships/slide" Target="slides/slide10.xml"/><Relationship Id="rId38" Type="http://schemas.openxmlformats.org/officeDocument/2006/relationships/font" Target="fonts/BarlowLight-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194c269c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194c269c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Introduce the topic, the team, and the purpose of the research.</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194c269c6b_0_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194c269c6b_0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194c269c6b_0_8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194c269c6b_0_8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194c269c6b_0_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194c269c6b_0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194c269c6b_0_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194c269c6b_0_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FINANCIAL SITUATION: From our </a:t>
            </a:r>
            <a:r>
              <a:rPr lang="en"/>
              <a:t>survey</a:t>
            </a:r>
            <a:r>
              <a:rPr lang="en"/>
              <a:t> and from the questions we asked we gathered some information </a:t>
            </a:r>
            <a:r>
              <a:rPr lang="en"/>
              <a:t>about</a:t>
            </a:r>
            <a:r>
              <a:rPr lang="en"/>
              <a:t> the financial insights. When the respondents were asked to rate their financial situation, the mean </a:t>
            </a:r>
            <a:r>
              <a:rPr lang="en"/>
              <a:t>from</a:t>
            </a:r>
            <a:r>
              <a:rPr lang="en"/>
              <a:t> their answers was 3.16 out of 5. That indicates a moderate financial situation among the students</a:t>
            </a:r>
            <a:endParaRPr/>
          </a:p>
          <a:p>
            <a:pPr indent="0" lvl="0" marL="0" rtl="0" algn="l">
              <a:lnSpc>
                <a:spcPct val="115000"/>
              </a:lnSpc>
              <a:spcBef>
                <a:spcPts val="1200"/>
              </a:spcBef>
              <a:spcAft>
                <a:spcPts val="0"/>
              </a:spcAft>
              <a:buClr>
                <a:schemeClr val="dk1"/>
              </a:buClr>
              <a:buSzPts val="1100"/>
              <a:buFont typeface="Arial"/>
              <a:buNone/>
            </a:pPr>
            <a:r>
              <a:rPr lang="en"/>
              <a:t>Price Sensitivity: When it comes to price sensitivity, the </a:t>
            </a:r>
            <a:r>
              <a:rPr lang="en"/>
              <a:t>preferred</a:t>
            </a:r>
            <a:r>
              <a:rPr lang="en"/>
              <a:t> maximum </a:t>
            </a:r>
            <a:r>
              <a:rPr lang="en"/>
              <a:t>willingness</a:t>
            </a:r>
            <a:r>
              <a:rPr lang="en"/>
              <a:t> to spend per student for an e-scooter is 100-200 euros, in which we can see that 50% of the respondents were those students. Also, only 9% are open to spending over 300 euros, which indicates a forceful price awareness among the respondents. </a:t>
            </a:r>
            <a:endParaRPr/>
          </a:p>
          <a:p>
            <a:pPr indent="0" lvl="0" marL="0" rtl="0" algn="l">
              <a:lnSpc>
                <a:spcPct val="115000"/>
              </a:lnSpc>
              <a:spcBef>
                <a:spcPts val="1200"/>
              </a:spcBef>
              <a:spcAft>
                <a:spcPts val="0"/>
              </a:spcAft>
              <a:buClr>
                <a:schemeClr val="dk1"/>
              </a:buClr>
              <a:buSzPts val="1100"/>
              <a:buFont typeface="Arial"/>
              <a:buNone/>
            </a:pPr>
            <a:r>
              <a:rPr lang="en"/>
              <a:t>AFFORDABILITY BARRIER: In order to adopt the idea for using e-scooters in Pamplona, BODR need to face their biggest barrier which is affordability, with 67% of respondents identifying cost as their main concern. This demonstrates the importance of pricing strategy for BODR if they intend to target this market. Affordable entry-level models or alternative options like rentals could help overcome this challenge, as we’ll discuss in our recommendations later</a:t>
            </a:r>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194c269c6b_0_8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194c269c6b_0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Next, we’ll dive into transportation habits, a key focus of our research.</a:t>
            </a:r>
            <a:endParaRPr/>
          </a:p>
          <a:p>
            <a:pPr indent="0" lvl="0" marL="0" rtl="0" algn="l">
              <a:lnSpc>
                <a:spcPct val="115000"/>
              </a:lnSpc>
              <a:spcBef>
                <a:spcPts val="1200"/>
              </a:spcBef>
              <a:spcAft>
                <a:spcPts val="0"/>
              </a:spcAft>
              <a:buClr>
                <a:schemeClr val="dk1"/>
              </a:buClr>
              <a:buSzPts val="1100"/>
              <a:buFont typeface="Arial"/>
              <a:buNone/>
            </a:pPr>
            <a:r>
              <a:rPr lang="en"/>
              <a:t>COMMUTING METHODS: Now let’s talk about the transportation habits students have in Pamplona. From our survey and the provided data, we found that walking is the most common commuting method, used by 70% of students. Meanwhile, buses came in second at 16%, while other methods, such as cycling or driving, accounted for 14%.</a:t>
            </a:r>
            <a:endParaRPr/>
          </a:p>
          <a:p>
            <a:pPr indent="0" lvl="0" marL="0" rtl="0" algn="l">
              <a:lnSpc>
                <a:spcPct val="115000"/>
              </a:lnSpc>
              <a:spcBef>
                <a:spcPts val="1200"/>
              </a:spcBef>
              <a:spcAft>
                <a:spcPts val="0"/>
              </a:spcAft>
              <a:buClr>
                <a:schemeClr val="dk1"/>
              </a:buClr>
              <a:buSzPts val="1100"/>
              <a:buFont typeface="Arial"/>
              <a:buNone/>
            </a:pPr>
            <a:r>
              <a:rPr lang="en"/>
              <a:t>COMMUTE TIMES: Looking </a:t>
            </a:r>
            <a:r>
              <a:rPr lang="en"/>
              <a:t>at</a:t>
            </a:r>
            <a:r>
              <a:rPr lang="en"/>
              <a:t> commuting times, the majority of the </a:t>
            </a:r>
            <a:r>
              <a:rPr lang="en"/>
              <a:t>respondents</a:t>
            </a:r>
            <a:r>
              <a:rPr lang="en"/>
              <a:t> (62%) say their commuting time is less than 20 minutes, which indicates that they live close to campus. However, 38% of students have longer commutes, which suggests a gap in current transportation options.</a:t>
            </a:r>
            <a:endParaRPr/>
          </a:p>
          <a:p>
            <a:pPr indent="0" lvl="0" marL="0" rtl="0" algn="l">
              <a:lnSpc>
                <a:spcPct val="115000"/>
              </a:lnSpc>
              <a:spcBef>
                <a:spcPts val="1200"/>
              </a:spcBef>
              <a:spcAft>
                <a:spcPts val="0"/>
              </a:spcAft>
              <a:buClr>
                <a:schemeClr val="dk1"/>
              </a:buClr>
              <a:buSzPts val="1100"/>
              <a:buFont typeface="Arial"/>
              <a:buNone/>
            </a:pPr>
            <a:r>
              <a:rPr lang="en"/>
              <a:t>POTENTIAL MARKET FOR E-SCOOTERS: This group shows a potential market for e-scooters </a:t>
            </a:r>
            <a:r>
              <a:rPr lang="en"/>
              <a:t>which of course is a great advantage for them because the e-scooters can </a:t>
            </a:r>
            <a:r>
              <a:rPr lang="en"/>
              <a:t>provide a faster, more convenient alternative way of transport for students. These findings set the stage for understanding the barriers and motivators to e-scooter adoption, which we’ll explore next.</a:t>
            </a:r>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194c269c6b_0_8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194c269c6b_0_8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INTEREST Around 31% of respondents stated that e-scooters are an interesting commuting option in everyday life. This shows a certain potential for the future use of this product. However, around 69% of participants also stated that they had no deeper interest in this product. This indicates considerable hurdles.</a:t>
            </a:r>
            <a:endParaRPr/>
          </a:p>
          <a:p>
            <a:pPr indent="0" lvl="0" marL="0" rtl="0" algn="l">
              <a:lnSpc>
                <a:spcPct val="115000"/>
              </a:lnSpc>
              <a:spcBef>
                <a:spcPts val="1200"/>
              </a:spcBef>
              <a:spcAft>
                <a:spcPts val="0"/>
              </a:spcAft>
              <a:buClr>
                <a:schemeClr val="dk1"/>
              </a:buClr>
              <a:buSzPts val="1100"/>
              <a:buFont typeface="Arial"/>
              <a:buNone/>
            </a:pPr>
            <a:r>
              <a:rPr lang="en"/>
              <a:t>BARRIER The biggest challenge here is the affordability of the product. Around 42% of respondents stated that price was the main problem. In addition, 20% of participants stated that the infrastructure in Pamplona was only suitable for the use of e-scooters to a limited extent. Only 4% had concerns about the safety of e-scooters.</a:t>
            </a:r>
            <a:endParaRPr/>
          </a:p>
          <a:p>
            <a:pPr indent="0" lvl="0" marL="0" rtl="0" algn="l">
              <a:lnSpc>
                <a:spcPct val="115000"/>
              </a:lnSpc>
              <a:spcBef>
                <a:spcPts val="1200"/>
              </a:spcBef>
              <a:spcAft>
                <a:spcPts val="0"/>
              </a:spcAft>
              <a:buClr>
                <a:schemeClr val="dk1"/>
              </a:buClr>
              <a:buSzPts val="1100"/>
              <a:buFont typeface="Arial"/>
              <a:buNone/>
            </a:pPr>
            <a:r>
              <a:rPr lang="en"/>
              <a:t>MOTIVATORS For the 31% who said they were interested, the biggest motivators are the convenience and time saved by the product. This fits very well with the needs of students, who generally have to commute longer distances without a car and have irregular schedules. These findings highlight both the hurdles and the opportunities presented by the introduction of e-scooters in Pamplona. We will discuss these in more detail in our recommendation.</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194c269c6b_0_8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194c269c6b_0_8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NOTES:</a:t>
            </a:r>
            <a:endParaRPr/>
          </a:p>
          <a:p>
            <a:pPr indent="0" lvl="0" marL="0" rtl="0" algn="l">
              <a:lnSpc>
                <a:spcPct val="115000"/>
              </a:lnSpc>
              <a:spcBef>
                <a:spcPts val="1200"/>
              </a:spcBef>
              <a:spcAft>
                <a:spcPts val="0"/>
              </a:spcAft>
              <a:buClr>
                <a:schemeClr val="dk1"/>
              </a:buClr>
              <a:buSzPts val="1100"/>
              <a:buFont typeface="Arial"/>
              <a:buNone/>
            </a:pPr>
            <a:r>
              <a:rPr lang="en"/>
              <a:t>Our focus groups provided valuable qualitative insights that complemented our survey results.</a:t>
            </a:r>
            <a:endParaRPr/>
          </a:p>
          <a:p>
            <a:pPr indent="0" lvl="0" marL="0" rtl="0" algn="l">
              <a:lnSpc>
                <a:spcPct val="115000"/>
              </a:lnSpc>
              <a:spcBef>
                <a:spcPts val="1200"/>
              </a:spcBef>
              <a:spcAft>
                <a:spcPts val="0"/>
              </a:spcAft>
              <a:buClr>
                <a:schemeClr val="dk1"/>
              </a:buClr>
              <a:buSzPts val="1100"/>
              <a:buFont typeface="Arial"/>
              <a:buNone/>
            </a:pPr>
            <a:r>
              <a:rPr lang="en"/>
              <a:t>SAFETY When discussing safety, most participants showed minimal concern, with only a few mentioning potential balance issues on scooters, especially around corners.</a:t>
            </a:r>
            <a:endParaRPr/>
          </a:p>
          <a:p>
            <a:pPr indent="0" lvl="0" marL="0" rtl="0" algn="l">
              <a:lnSpc>
                <a:spcPct val="115000"/>
              </a:lnSpc>
              <a:spcBef>
                <a:spcPts val="1200"/>
              </a:spcBef>
              <a:spcAft>
                <a:spcPts val="0"/>
              </a:spcAft>
              <a:buClr>
                <a:schemeClr val="dk1"/>
              </a:buClr>
              <a:buSzPts val="1100"/>
              <a:buFont typeface="Arial"/>
              <a:buNone/>
            </a:pPr>
            <a:r>
              <a:rPr lang="en"/>
              <a:t>INFRASTRUCTURE Infrastructure feedback was mixed. On the positive side, students appreciated Pamplona’s dedicated bike lanes and frequent bus stops. However, they highlighted the lack of docking stations and charging points as significant limitations for e-scooter adoption. (MENTION INFRASTRUCTURE NOT BEING A BARRIER IN SURVEYS- 4%)</a:t>
            </a:r>
            <a:endParaRPr/>
          </a:p>
          <a:p>
            <a:pPr indent="0" lvl="0" marL="0" rtl="0" algn="l">
              <a:lnSpc>
                <a:spcPct val="115000"/>
              </a:lnSpc>
              <a:spcBef>
                <a:spcPts val="1200"/>
              </a:spcBef>
              <a:spcAft>
                <a:spcPts val="0"/>
              </a:spcAft>
              <a:buClr>
                <a:schemeClr val="dk1"/>
              </a:buClr>
              <a:buSzPts val="1100"/>
              <a:buFont typeface="Arial"/>
              <a:buNone/>
            </a:pPr>
            <a:r>
              <a:rPr lang="en"/>
              <a:t>MOTIVATORS Motivators for e-scooter use centered around convenience, particularly for students with longer commutes. Flexibility, especially compared to fixed bus schedules, was another appealing factor.</a:t>
            </a:r>
            <a:endParaRPr/>
          </a:p>
          <a:p>
            <a:pPr indent="0" lvl="0" marL="0" rtl="0" algn="l">
              <a:lnSpc>
                <a:spcPct val="115000"/>
              </a:lnSpc>
              <a:spcBef>
                <a:spcPts val="1200"/>
              </a:spcBef>
              <a:spcAft>
                <a:spcPts val="0"/>
              </a:spcAft>
              <a:buClr>
                <a:schemeClr val="dk1"/>
              </a:buClr>
              <a:buSzPts val="1100"/>
              <a:buFont typeface="Arial"/>
              <a:buNone/>
            </a:pPr>
            <a:r>
              <a:rPr lang="en"/>
              <a:t>SUSTAINABILITY Finally, while sustainability was appreciated, it was consistently seen as a secondary benefit rather than a primary motivator for adoption. This reinforces the need to focus on practicality and affordability in marketing strategies</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lnSpc>
                <a:spcPct val="115000"/>
              </a:lnSpc>
              <a:spcBef>
                <a:spcPts val="1200"/>
              </a:spcBef>
              <a:spcAft>
                <a:spcPts val="0"/>
              </a:spcAft>
              <a:buClr>
                <a:schemeClr val="dk1"/>
              </a:buClr>
              <a:buSzPts val="1100"/>
              <a:buFont typeface="Arial"/>
              <a:buNone/>
            </a:pPr>
            <a:r>
              <a:rPr lang="en"/>
              <a:t>SCRIPT:</a:t>
            </a:r>
            <a:endParaRPr/>
          </a:p>
          <a:p>
            <a:pPr indent="0" lvl="0" marL="0" rtl="0" algn="l">
              <a:lnSpc>
                <a:spcPct val="115000"/>
              </a:lnSpc>
              <a:spcBef>
                <a:spcPts val="1200"/>
              </a:spcBef>
              <a:spcAft>
                <a:spcPts val="0"/>
              </a:spcAft>
              <a:buClr>
                <a:schemeClr val="dk1"/>
              </a:buClr>
              <a:buSzPts val="1100"/>
              <a:buFont typeface="Arial"/>
              <a:buNone/>
            </a:pPr>
            <a:r>
              <a:rPr lang="en"/>
              <a:t>Now let’s dive into the insights we gathered from our focus group sessions. These discussions were designed to complement the survey data and uncover deeper, more nuanced perspectives on e-scooters.</a:t>
            </a:r>
            <a:endParaRPr/>
          </a:p>
          <a:p>
            <a:pPr indent="0" lvl="0" marL="0" rtl="0" algn="l">
              <a:lnSpc>
                <a:spcPct val="115000"/>
              </a:lnSpc>
              <a:spcBef>
                <a:spcPts val="1200"/>
              </a:spcBef>
              <a:spcAft>
                <a:spcPts val="0"/>
              </a:spcAft>
              <a:buClr>
                <a:schemeClr val="dk1"/>
              </a:buClr>
              <a:buSzPts val="1100"/>
              <a:buFont typeface="Arial"/>
              <a:buNone/>
            </a:pPr>
            <a:r>
              <a:rPr lang="en"/>
              <a:t>One of the recurring themes was safety. While most participants didn’t express major concerns, a few mentioned challenges with balance, especially when navigating corners or uneven surfaces. This indicates that while safety is not a primary barrier, video or photographic tutorials could help address these minor concerns and build confidence among first-time users.</a:t>
            </a:r>
            <a:endParaRPr/>
          </a:p>
          <a:p>
            <a:pPr indent="0" lvl="0" marL="0" rtl="0" algn="l">
              <a:lnSpc>
                <a:spcPct val="115000"/>
              </a:lnSpc>
              <a:spcBef>
                <a:spcPts val="1200"/>
              </a:spcBef>
              <a:spcAft>
                <a:spcPts val="0"/>
              </a:spcAft>
              <a:buClr>
                <a:schemeClr val="dk1"/>
              </a:buClr>
              <a:buSzPts val="1100"/>
              <a:buFont typeface="Arial"/>
              <a:buNone/>
            </a:pPr>
            <a:r>
              <a:rPr lang="en"/>
              <a:t>When it comes to infrastructure, opinions were mixed. On the positive side, participants appreciated Pamplona’s dedicated and wide bike lanes, which provide a solid foundation for e-scooter use. However, they also highlighted gaps, such as the lack of docking stations and charging points. However, these infrastructure limitations are not a clear barrier as analyzed in the survey.</a:t>
            </a:r>
            <a:endParaRPr/>
          </a:p>
          <a:p>
            <a:pPr indent="0" lvl="0" marL="0" rtl="0" algn="l">
              <a:lnSpc>
                <a:spcPct val="115000"/>
              </a:lnSpc>
              <a:spcBef>
                <a:spcPts val="1200"/>
              </a:spcBef>
              <a:spcAft>
                <a:spcPts val="0"/>
              </a:spcAft>
              <a:buClr>
                <a:schemeClr val="dk1"/>
              </a:buClr>
              <a:buSzPts val="1100"/>
              <a:buFont typeface="Arial"/>
              <a:buNone/>
            </a:pPr>
            <a:r>
              <a:rPr lang="en"/>
              <a:t>Sustainability came up, but interestingly, it was more of a ‘nice-to-have’ rather than a deciding factor. Most participants viewed the eco-friendly aspect as a bonus but not a primary motivator. What really stood out as key drivers were convenience and flexibility, particularly for students with longer commutes. They saw e-scooters as a way to save time and avoid the hassle of relying on buses or walking long distances. These motivators align well with the needs of students who value efficiency in their daily routines.</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194c269c6b_0_9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194c269c6b_0_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NOTES:</a:t>
            </a:r>
            <a:endParaRPr/>
          </a:p>
          <a:p>
            <a:pPr indent="0" lvl="0" marL="0" rtl="0" algn="l">
              <a:lnSpc>
                <a:spcPct val="115000"/>
              </a:lnSpc>
              <a:spcBef>
                <a:spcPts val="1200"/>
              </a:spcBef>
              <a:spcAft>
                <a:spcPts val="0"/>
              </a:spcAft>
              <a:buClr>
                <a:schemeClr val="dk1"/>
              </a:buClr>
              <a:buSzPts val="1100"/>
              <a:buFont typeface="Arial"/>
              <a:buNone/>
            </a:pPr>
            <a:r>
              <a:rPr lang="en"/>
              <a:t>Now, let’s explore the broader market context.</a:t>
            </a:r>
            <a:endParaRPr/>
          </a:p>
          <a:p>
            <a:pPr indent="0" lvl="0" marL="0" rtl="0" algn="l">
              <a:lnSpc>
                <a:spcPct val="115000"/>
              </a:lnSpc>
              <a:spcBef>
                <a:spcPts val="1200"/>
              </a:spcBef>
              <a:spcAft>
                <a:spcPts val="0"/>
              </a:spcAft>
              <a:buClr>
                <a:schemeClr val="dk1"/>
              </a:buClr>
              <a:buSzPts val="1100"/>
              <a:buFont typeface="Arial"/>
              <a:buNone/>
            </a:pPr>
            <a:r>
              <a:rPr lang="en"/>
              <a:t>DEMOGRAPHICS Pamplona, as a university town, has a youthful population that aligns well with the target demographic for e-scooters. About 34% of the population is aged 15 to 39, creating a sizable market segment for BODR to target.</a:t>
            </a:r>
            <a:endParaRPr/>
          </a:p>
          <a:p>
            <a:pPr indent="0" lvl="0" marL="0" rtl="0" algn="l">
              <a:lnSpc>
                <a:spcPct val="115000"/>
              </a:lnSpc>
              <a:spcBef>
                <a:spcPts val="1200"/>
              </a:spcBef>
              <a:spcAft>
                <a:spcPts val="0"/>
              </a:spcAft>
              <a:buClr>
                <a:schemeClr val="dk1"/>
              </a:buClr>
              <a:buSzPts val="1100"/>
              <a:buFont typeface="Arial"/>
              <a:buNone/>
            </a:pPr>
            <a:r>
              <a:rPr lang="en"/>
              <a:t>MARKET TRENDS In terms of industry trends, the global e-scooter market is experiencing significant growth. It’s projected to increase from $23.7 billion in 2023 to $39.8 billion by 2032, driven by urbanization and a shift toward sustainable mobility.</a:t>
            </a:r>
            <a:endParaRPr/>
          </a:p>
          <a:p>
            <a:pPr indent="0" lvl="0" marL="0" rtl="0" algn="l">
              <a:lnSpc>
                <a:spcPct val="115000"/>
              </a:lnSpc>
              <a:spcBef>
                <a:spcPts val="1200"/>
              </a:spcBef>
              <a:spcAft>
                <a:spcPts val="0"/>
              </a:spcAft>
              <a:buClr>
                <a:schemeClr val="dk1"/>
              </a:buClr>
              <a:buSzPts val="1100"/>
              <a:buFont typeface="Arial"/>
              <a:buNone/>
            </a:pPr>
            <a:r>
              <a:rPr lang="en"/>
              <a:t>COMPETITIVE LANDSCAPE However, competition in Pamplona is already present. Services like NBICI for bike sharing, and ride-share platforms like Lime, Reby, and MOVO, offer alternatives. Additionally, local regulations limit speed, restrict parking areas, and ban scooters from sidewalks. These challenges underscore the need for strategic differentiation, particularly through affordability and infrastructure improvements.</a:t>
            </a:r>
            <a:endParaRPr/>
          </a:p>
          <a:p>
            <a:pPr indent="0" lvl="0" marL="0" rtl="0" algn="l">
              <a:lnSpc>
                <a:spcPct val="115000"/>
              </a:lnSpc>
              <a:spcBef>
                <a:spcPts val="1200"/>
              </a:spcBef>
              <a:spcAft>
                <a:spcPts val="0"/>
              </a:spcAft>
              <a:buClr>
                <a:schemeClr val="dk1"/>
              </a:buClr>
              <a:buSzPts val="1100"/>
              <a:buFont typeface="Arial"/>
              <a:buNone/>
            </a:pPr>
            <a:r>
              <a:rPr lang="en"/>
              <a:t>SCRIPT:</a:t>
            </a:r>
            <a:endParaRPr/>
          </a:p>
          <a:p>
            <a:pPr indent="0" lvl="0" marL="0" rtl="0" algn="l">
              <a:lnSpc>
                <a:spcPct val="115000"/>
              </a:lnSpc>
              <a:spcBef>
                <a:spcPts val="1200"/>
              </a:spcBef>
              <a:spcAft>
                <a:spcPts val="0"/>
              </a:spcAft>
              <a:buClr>
                <a:schemeClr val="dk1"/>
              </a:buClr>
              <a:buSzPts val="1100"/>
              <a:buFont typeface="Arial"/>
              <a:buNone/>
            </a:pPr>
            <a:r>
              <a:rPr lang="en"/>
              <a:t>Now let’s take a step back and look at the broader market context to understand the opportunity for BODR e-scooters in Pamplona.</a:t>
            </a:r>
            <a:endParaRPr/>
          </a:p>
          <a:p>
            <a:pPr indent="0" lvl="0" marL="0" rtl="0" algn="l">
              <a:lnSpc>
                <a:spcPct val="115000"/>
              </a:lnSpc>
              <a:spcBef>
                <a:spcPts val="1200"/>
              </a:spcBef>
              <a:spcAft>
                <a:spcPts val="0"/>
              </a:spcAft>
              <a:buClr>
                <a:schemeClr val="dk1"/>
              </a:buClr>
              <a:buSzPts val="1100"/>
              <a:buFont typeface="Arial"/>
              <a:buNone/>
            </a:pPr>
            <a:r>
              <a:rPr lang="en"/>
              <a:t>Globally, the e-scooter market is booming. It’s projected to grow from $23.7 billion in 2023 to $39.8 billion by 2032. This trend is driven by increasing demand for sustainable urban mobility solutions, as cities worldwide look for alternatives to cars to reduce congestion and emissions.</a:t>
            </a:r>
            <a:endParaRPr/>
          </a:p>
          <a:p>
            <a:pPr indent="0" lvl="0" marL="0" rtl="0" algn="l">
              <a:lnSpc>
                <a:spcPct val="115000"/>
              </a:lnSpc>
              <a:spcBef>
                <a:spcPts val="1200"/>
              </a:spcBef>
              <a:spcAft>
                <a:spcPts val="0"/>
              </a:spcAft>
              <a:buClr>
                <a:schemeClr val="dk1"/>
              </a:buClr>
              <a:buSzPts val="1100"/>
              <a:buFont typeface="Arial"/>
              <a:buNone/>
            </a:pPr>
            <a:r>
              <a:rPr lang="en"/>
              <a:t>Pamplona, in particular, has unique characteristics that make it an attractive market. It’s a university town, with 34% of the population aged between 15 and 39. This young, active demographic is ideal for e-scooter adoption. Students in this age group are generally open to new technologies and value practical, time-saving commuting options.</a:t>
            </a:r>
            <a:endParaRPr/>
          </a:p>
          <a:p>
            <a:pPr indent="0" lvl="0" marL="0" rtl="0" algn="l">
              <a:lnSpc>
                <a:spcPct val="115000"/>
              </a:lnSpc>
              <a:spcBef>
                <a:spcPts val="1200"/>
              </a:spcBef>
              <a:spcAft>
                <a:spcPts val="0"/>
              </a:spcAft>
              <a:buClr>
                <a:schemeClr val="dk1"/>
              </a:buClr>
              <a:buSzPts val="1100"/>
              <a:buFont typeface="Arial"/>
              <a:buNone/>
            </a:pPr>
            <a:r>
              <a:rPr lang="en"/>
              <a:t>However, there is competition. Existing options like NBICI, the city’s bike-sharing program, and e-scooter sharing services like Lime, Reby, and MOVO already operate in the country. These services offer flexibility but focus on short-term use rather than ownership or long-term rentals. This creates an opportunity for BODR to differentiate itself by providing affordable ownership models or innovative rental systems tailored specifically to students.</a:t>
            </a:r>
            <a:endParaRPr/>
          </a:p>
          <a:p>
            <a:pPr indent="0" lvl="0" marL="0" rtl="0" algn="l">
              <a:lnSpc>
                <a:spcPct val="115000"/>
              </a:lnSpc>
              <a:spcBef>
                <a:spcPts val="1200"/>
              </a:spcBef>
              <a:spcAft>
                <a:spcPts val="0"/>
              </a:spcAft>
              <a:buClr>
                <a:schemeClr val="dk1"/>
              </a:buClr>
              <a:buSzPts val="1100"/>
              <a:buFont typeface="Arial"/>
              <a:buNone/>
            </a:pPr>
            <a:r>
              <a:rPr lang="en"/>
              <a:t>Despite these opportunities, there are infrastructure challenges that cannot be ignored. Regulations around speed, parking, and sidewalk use, as well as a lack of docking stations, could hinder widespread adoption. Addressing these issues through strategic partnerships with local authorities will be essential for ensuring a smooth market entry.</a:t>
            </a:r>
            <a:endParaRPr/>
          </a:p>
          <a:p>
            <a:pPr indent="0" lvl="0" marL="0" rtl="0" algn="l">
              <a:lnSpc>
                <a:spcPct val="115000"/>
              </a:lnSpc>
              <a:spcBef>
                <a:spcPts val="1200"/>
              </a:spcBef>
              <a:spcAft>
                <a:spcPts val="0"/>
              </a:spcAft>
              <a:buClr>
                <a:schemeClr val="dk1"/>
              </a:buClr>
              <a:buSzPts val="1100"/>
              <a:buFont typeface="Arial"/>
              <a:buNone/>
            </a:pPr>
            <a:r>
              <a:rPr lang="en"/>
              <a:t>Overall, Pamplona’s demographic, coupled with the global growth in e-scooter adoption, creates a favorable environment for BODR. However, success will depend on effectively navigating the competitive landscape and addressing local infrastructure gaps.</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194c269c6b_0_9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194c269c6b_0_9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While our research provides valuable insights, there are limitations to consider.</a:t>
            </a:r>
            <a:endParaRPr/>
          </a:p>
          <a:p>
            <a:pPr indent="0" lvl="0" marL="0" rtl="0" algn="l">
              <a:lnSpc>
                <a:spcPct val="115000"/>
              </a:lnSpc>
              <a:spcBef>
                <a:spcPts val="1200"/>
              </a:spcBef>
              <a:spcAft>
                <a:spcPts val="0"/>
              </a:spcAft>
              <a:buClr>
                <a:schemeClr val="dk1"/>
              </a:buClr>
              <a:buSzPts val="1100"/>
              <a:buFont typeface="Arial"/>
              <a:buNone/>
            </a:pPr>
            <a:r>
              <a:rPr lang="en"/>
              <a:t>SAMPLING BIAS First, our sample was limited to participants who live close to the university and therefore have to travel a short distance to it. As a result, students who live further away from the university and would have a higher benefit from e-scooters were underrepresented. The geographic scope of our research was limited to Pamplona. While this aligns with BODR’s initial market entry, the findings may not fully apply to other regions.</a:t>
            </a:r>
            <a:endParaRPr/>
          </a:p>
          <a:p>
            <a:pPr indent="0" lvl="0" marL="0" rtl="0" algn="l">
              <a:lnSpc>
                <a:spcPct val="115000"/>
              </a:lnSpc>
              <a:spcBef>
                <a:spcPts val="1200"/>
              </a:spcBef>
              <a:spcAft>
                <a:spcPts val="0"/>
              </a:spcAft>
              <a:buClr>
                <a:schemeClr val="dk1"/>
              </a:buClr>
              <a:buSzPts val="1100"/>
              <a:buFont typeface="Arial"/>
              <a:buNone/>
            </a:pPr>
            <a:r>
              <a:rPr lang="en"/>
              <a:t>RESEARCH DURATION, the short duration of the study limited the depth of data collection and analysis. For example, a longitudinal approach could better capture changing commuting behaviors and preferences over time.</a:t>
            </a:r>
            <a:endParaRPr/>
          </a:p>
          <a:p>
            <a:pPr indent="0" lvl="0" marL="0" rtl="0" algn="l">
              <a:lnSpc>
                <a:spcPct val="115000"/>
              </a:lnSpc>
              <a:spcBef>
                <a:spcPts val="1200"/>
              </a:spcBef>
              <a:spcAft>
                <a:spcPts val="0"/>
              </a:spcAft>
              <a:buClr>
                <a:schemeClr val="dk1"/>
              </a:buClr>
              <a:buSzPts val="1100"/>
              <a:buFont typeface="Arial"/>
              <a:buNone/>
            </a:pPr>
            <a:r>
              <a:rPr lang="en"/>
              <a:t>INFRASTRUCTURE AND SUSTAINABILITY Although we have addressed the issues of infrastructure and sustainability, an in-depth examination of these areas would enrich our research. Mapping docking and charging points or examining long-term environmental impacts would provide greater context.</a:t>
            </a:r>
            <a:endParaRPr/>
          </a:p>
          <a:p>
            <a:pPr indent="0" lvl="0" marL="0" rtl="0" algn="l">
              <a:lnSpc>
                <a:spcPct val="115000"/>
              </a:lnSpc>
              <a:spcBef>
                <a:spcPts val="1200"/>
              </a:spcBef>
              <a:spcAft>
                <a:spcPts val="0"/>
              </a:spcAft>
              <a:buClr>
                <a:schemeClr val="dk1"/>
              </a:buClr>
              <a:buSzPts val="1100"/>
              <a:buFont typeface="Arial"/>
              <a:buNone/>
            </a:pPr>
            <a:r>
              <a:rPr lang="en"/>
              <a:t>DATA QUALITY ISSUES, we encountered issues with data quality. A small subset of survey respondents provided unserious answers, such as listing "teleportation" as their commuting method. While we cleaned the data to preserve integrity, this process may have slightly altered the representativeness of the results.</a:t>
            </a:r>
            <a:endParaRPr/>
          </a:p>
          <a:p>
            <a:pPr indent="0" lvl="0" marL="0" rtl="0" algn="l">
              <a:lnSpc>
                <a:spcPct val="115000"/>
              </a:lnSpc>
              <a:spcBef>
                <a:spcPts val="1200"/>
              </a:spcBef>
              <a:spcAft>
                <a:spcPts val="0"/>
              </a:spcAft>
              <a:buClr>
                <a:schemeClr val="dk1"/>
              </a:buClr>
              <a:buSzPts val="1100"/>
              <a:buFont typeface="Arial"/>
              <a:buNone/>
            </a:pPr>
            <a:r>
              <a:rPr lang="en"/>
              <a:t>Acknowledging these limitations highlights areas for further research and helps refine the conclusions we’ve drawn</a:t>
            </a:r>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194c269c6b_0_9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194c269c6b_0_9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Based on our findings, we recommend a multi-faceted strategy for BODR’s market entry into Pamplona.</a:t>
            </a:r>
            <a:endParaRPr/>
          </a:p>
          <a:p>
            <a:pPr indent="0" lvl="0" marL="0" rtl="0" algn="l">
              <a:lnSpc>
                <a:spcPct val="115000"/>
              </a:lnSpc>
              <a:spcBef>
                <a:spcPts val="1200"/>
              </a:spcBef>
              <a:spcAft>
                <a:spcPts val="0"/>
              </a:spcAft>
              <a:buClr>
                <a:schemeClr val="dk1"/>
              </a:buClr>
              <a:buSzPts val="1100"/>
              <a:buFont typeface="Arial"/>
              <a:buNone/>
            </a:pPr>
            <a:r>
              <a:rPr lang="en"/>
              <a:t>PRICING First, affordability must be a priority. Introducing entry-level e-scooters priced between €150 and €200 would align with the financial capabilities of students. Additionally, a flexible rental system, charging €2 per hour or €25 for unlimited monthly use, could attract those hesitant to commit to ownership.</a:t>
            </a:r>
            <a:endParaRPr/>
          </a:p>
          <a:p>
            <a:pPr indent="0" lvl="0" marL="0" rtl="0" algn="l">
              <a:lnSpc>
                <a:spcPct val="115000"/>
              </a:lnSpc>
              <a:spcBef>
                <a:spcPts val="1200"/>
              </a:spcBef>
              <a:spcAft>
                <a:spcPts val="0"/>
              </a:spcAft>
              <a:buClr>
                <a:schemeClr val="dk1"/>
              </a:buClr>
              <a:buSzPts val="1100"/>
              <a:buFont typeface="Arial"/>
              <a:buNone/>
            </a:pPr>
            <a:r>
              <a:rPr lang="en"/>
              <a:t>INFRASTRUCTURE Second, addressing infrastructure gaps is critical. Collaborating with local authorities to establish more docking stations and charging points, particularly in areas with high student density and longer commutes, will make e-scooters a more practical choice.</a:t>
            </a:r>
            <a:endParaRPr/>
          </a:p>
          <a:p>
            <a:pPr indent="0" lvl="0" marL="0" rtl="0" algn="l">
              <a:lnSpc>
                <a:spcPct val="115000"/>
              </a:lnSpc>
              <a:spcBef>
                <a:spcPts val="1200"/>
              </a:spcBef>
              <a:spcAft>
                <a:spcPts val="0"/>
              </a:spcAft>
              <a:buClr>
                <a:schemeClr val="dk1"/>
              </a:buClr>
              <a:buSzPts val="1100"/>
              <a:buFont typeface="Arial"/>
              <a:buNone/>
            </a:pPr>
            <a:r>
              <a:rPr lang="en"/>
              <a:t>MARKETING FOCUS On the marketing side, BODR should emphasize convenience and time savings for longer commutes. While sustainability resonates with some, it should be positioned as a secondary benefit rather than the main focus.</a:t>
            </a:r>
            <a:endParaRPr/>
          </a:p>
          <a:p>
            <a:pPr indent="0" lvl="0" marL="0" rtl="0" algn="l">
              <a:lnSpc>
                <a:spcPct val="115000"/>
              </a:lnSpc>
              <a:spcBef>
                <a:spcPts val="1200"/>
              </a:spcBef>
              <a:spcAft>
                <a:spcPts val="0"/>
              </a:spcAft>
              <a:buClr>
                <a:schemeClr val="dk1"/>
              </a:buClr>
              <a:buSzPts val="1100"/>
              <a:buFont typeface="Arial"/>
              <a:buNone/>
            </a:pPr>
            <a:r>
              <a:rPr lang="en"/>
              <a:t>SAFETY AND EDUCATION Finally, safety and education campaigns could help mitigate any lingering concerns. Workshops and resources to teach safe scooter usage, especially for new riders, would build confidence among users.</a:t>
            </a:r>
            <a:endParaRPr/>
          </a:p>
          <a:p>
            <a:pPr indent="0" lvl="0" marL="0" rtl="0" algn="l">
              <a:lnSpc>
                <a:spcPct val="115000"/>
              </a:lnSpc>
              <a:spcBef>
                <a:spcPts val="1200"/>
              </a:spcBef>
              <a:spcAft>
                <a:spcPts val="0"/>
              </a:spcAft>
              <a:buClr>
                <a:schemeClr val="dk1"/>
              </a:buClr>
              <a:buSzPts val="1100"/>
              <a:buFont typeface="Arial"/>
              <a:buNone/>
            </a:pPr>
            <a:r>
              <a:rPr lang="en"/>
              <a:t>Together, these strategies create a pathway for successful market entry, balancing affordability, practicality, and accessibility</a:t>
            </a:r>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194c269c6b_0_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194c269c6b_0_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To conclude, our research highlights key insights about the potential for e-scooters in Pamplona.</a:t>
            </a:r>
            <a:endParaRPr/>
          </a:p>
          <a:p>
            <a:pPr indent="0" lvl="0" marL="0" rtl="0" algn="l">
              <a:lnSpc>
                <a:spcPct val="115000"/>
              </a:lnSpc>
              <a:spcBef>
                <a:spcPts val="1200"/>
              </a:spcBef>
              <a:spcAft>
                <a:spcPts val="0"/>
              </a:spcAft>
              <a:buClr>
                <a:schemeClr val="dk1"/>
              </a:buClr>
              <a:buSzPts val="1100"/>
              <a:buFont typeface="Arial"/>
              <a:buNone/>
            </a:pPr>
            <a:r>
              <a:rPr lang="en"/>
              <a:t>KEY FINDINGS First, students with longer commutes and moderate financial means form the core target market. While affordability and infrastructure gaps remain significant barriers, convenience and time savings emerge as compelling motivators for adoption.</a:t>
            </a:r>
            <a:endParaRPr/>
          </a:p>
          <a:p>
            <a:pPr indent="0" lvl="0" marL="0" rtl="0" algn="l">
              <a:lnSpc>
                <a:spcPct val="115000"/>
              </a:lnSpc>
              <a:spcBef>
                <a:spcPts val="1200"/>
              </a:spcBef>
              <a:spcAft>
                <a:spcPts val="0"/>
              </a:spcAft>
              <a:buClr>
                <a:schemeClr val="dk1"/>
              </a:buClr>
              <a:buSzPts val="1100"/>
              <a:buFont typeface="Arial"/>
              <a:buNone/>
            </a:pPr>
            <a:r>
              <a:rPr lang="en"/>
              <a:t>VIABILITY These findings suggest that e-scooters can be a viable commuting option for university students, but success depends on addressing these barriers through targeted strategies.</a:t>
            </a:r>
            <a:endParaRPr/>
          </a:p>
          <a:p>
            <a:pPr indent="0" lvl="0" marL="0" rtl="0" algn="l">
              <a:lnSpc>
                <a:spcPct val="115000"/>
              </a:lnSpc>
              <a:spcBef>
                <a:spcPts val="1200"/>
              </a:spcBef>
              <a:spcAft>
                <a:spcPts val="0"/>
              </a:spcAft>
              <a:buClr>
                <a:schemeClr val="dk1"/>
              </a:buClr>
              <a:buSzPts val="1100"/>
              <a:buFont typeface="Arial"/>
              <a:buNone/>
            </a:pPr>
            <a:r>
              <a:rPr lang="en"/>
              <a:t>NEXT STEPS The next step we recommend is to implement a pilot program in Pamplona. This would allow BODR to test pricing, marketing, and infrastructure improvements in a controlled environment. With these findings, BODR can refine its approach to maximize adoption and establish a strong foothold in this growing market</a:t>
            </a:r>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194c269c6b_0_9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194c269c6b_0_9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To strengthen the findings of our study and support BODR’s long-term success, several avenues for future research are recommended. The three main priorities include expanding the geographic scope to other university towns, conducting longitudinal studies to track trends over time, and diving deeper into sustainability by assessing the full environmental impact of e-scooters, including their batteries.</a:t>
            </a:r>
            <a:endParaRPr/>
          </a:p>
          <a:p>
            <a:pPr indent="0" lvl="0" marL="0" rtl="0" algn="l">
              <a:lnSpc>
                <a:spcPct val="115000"/>
              </a:lnSpc>
              <a:spcBef>
                <a:spcPts val="1200"/>
              </a:spcBef>
              <a:spcAft>
                <a:spcPts val="0"/>
              </a:spcAft>
              <a:buClr>
                <a:schemeClr val="dk1"/>
              </a:buClr>
              <a:buSzPts val="1100"/>
              <a:buFont typeface="Arial"/>
              <a:buNone/>
            </a:pPr>
            <a:r>
              <a:rPr lang="en"/>
              <a:t>In addition, a pilot program in Pamplona can offer valuable real-world insights into usage patterns and adoption, while infrastructure mapping would help determine optimal locations for docking and charging stations. Finally, behavioral studies could uncover psychological barriers to e-scooter use, helping refine marketing and education efforts. Together, these future efforts can provide a more comprehensive understanding and guide effective market strategies</a:t>
            </a:r>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194c269c6b_0_1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194c269c6b_0_1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23850" lvl="0" marL="457200">
              <a:spcBef>
                <a:spcPts val="0"/>
              </a:spcBef>
              <a:spcAft>
                <a:spcPts val="0"/>
              </a:spcAft>
              <a:buClr>
                <a:schemeClr val="lt1"/>
              </a:buClr>
              <a:buSzPts val="15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1150" lvl="2" marL="1371600">
              <a:spcBef>
                <a:spcPts val="0"/>
              </a:spcBef>
              <a:spcAft>
                <a:spcPts val="0"/>
              </a:spcAft>
              <a:buClr>
                <a:schemeClr val="lt1"/>
              </a:buClr>
              <a:buSzPts val="13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85750" lvl="6" marL="3200400">
              <a:spcBef>
                <a:spcPts val="0"/>
              </a:spcBef>
              <a:spcAft>
                <a:spcPts val="0"/>
              </a:spcAft>
              <a:buClr>
                <a:schemeClr val="lt1"/>
              </a:buClr>
              <a:buSzPts val="9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3050" lvl="8" marL="4114800">
              <a:spcBef>
                <a:spcPts val="0"/>
              </a:spcBef>
              <a:spcAft>
                <a:spcPts val="0"/>
              </a:spcAft>
              <a:buClr>
                <a:schemeClr val="lt1"/>
              </a:buClr>
              <a:buSzPts val="700"/>
              <a:buChar char="■"/>
              <a:defRPr>
                <a:solidFill>
                  <a:schemeClr val="lt1"/>
                </a:solidFill>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5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23850" lvl="0" marL="457200" algn="ctr">
              <a:spcBef>
                <a:spcPts val="0"/>
              </a:spcBef>
              <a:spcAft>
                <a:spcPts val="0"/>
              </a:spcAft>
              <a:buSzPts val="1500"/>
              <a:buChar char="●"/>
              <a:defRPr/>
            </a:lvl1pPr>
            <a:lvl2pPr indent="-317500" lvl="1" marL="914400" algn="ctr">
              <a:spcBef>
                <a:spcPts val="0"/>
              </a:spcBef>
              <a:spcAft>
                <a:spcPts val="0"/>
              </a:spcAft>
              <a:buSzPts val="14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298450" lvl="4" marL="2286000" algn="ctr">
              <a:spcBef>
                <a:spcPts val="0"/>
              </a:spcBef>
              <a:spcAft>
                <a:spcPts val="0"/>
              </a:spcAft>
              <a:buSzPts val="1100"/>
              <a:buChar char="○"/>
              <a:defRPr/>
            </a:lvl5pPr>
            <a:lvl6pPr indent="-292100" lvl="5" marL="2743200" algn="ctr">
              <a:spcBef>
                <a:spcPts val="0"/>
              </a:spcBef>
              <a:spcAft>
                <a:spcPts val="0"/>
              </a:spcAft>
              <a:buSzPts val="1000"/>
              <a:buChar char="■"/>
              <a:defRPr/>
            </a:lvl6pPr>
            <a:lvl7pPr indent="-285750" lvl="6" marL="3200400" algn="ctr">
              <a:spcBef>
                <a:spcPts val="0"/>
              </a:spcBef>
              <a:spcAft>
                <a:spcPts val="0"/>
              </a:spcAft>
              <a:buSzPts val="900"/>
              <a:buChar char="●"/>
              <a:defRPr/>
            </a:lvl7pPr>
            <a:lvl8pPr indent="-279400" lvl="7" marL="3657600" algn="ctr">
              <a:spcBef>
                <a:spcPts val="0"/>
              </a:spcBef>
              <a:spcAft>
                <a:spcPts val="0"/>
              </a:spcAft>
              <a:buSzPts val="800"/>
              <a:buChar char="○"/>
              <a:defRPr/>
            </a:lvl8pPr>
            <a:lvl9pPr indent="-273050" lvl="8" marL="4114800" algn="ctr">
              <a:spcBef>
                <a:spcPts val="0"/>
              </a:spcBef>
              <a:spcAft>
                <a:spcPts val="0"/>
              </a:spcAft>
              <a:buSzPts val="7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2">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5" name="Shape 95"/>
        <p:cNvGrpSpPr/>
        <p:nvPr/>
      </p:nvGrpSpPr>
      <p:grpSpPr>
        <a:xfrm>
          <a:off x="0" y="0"/>
          <a:ext cx="0" cy="0"/>
          <a:chOff x="0" y="0"/>
          <a:chExt cx="0" cy="0"/>
        </a:xfrm>
      </p:grpSpPr>
      <p:sp>
        <p:nvSpPr>
          <p:cNvPr id="96" name="Google Shape;96;p25"/>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2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8" name="Google Shape;98;p2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9" name="Google Shape;99;p2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0" name="Google Shape;100;p2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1" name="Google Shape;101;p2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2" name="Google Shape;102;p2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3" name="Google Shape;103;p2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26"/>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07" name="Google Shape;107;p26"/>
          <p:cNvSpPr/>
          <p:nvPr>
            <p:ph idx="2" type="pic"/>
          </p:nvPr>
        </p:nvSpPr>
        <p:spPr>
          <a:xfrm>
            <a:off x="4992024" y="1152775"/>
            <a:ext cx="3840300" cy="3416400"/>
          </a:xfrm>
          <a:prstGeom prst="rect">
            <a:avLst/>
          </a:prstGeom>
          <a:noFill/>
          <a:ln>
            <a:noFill/>
          </a:ln>
        </p:spPr>
      </p:sp>
      <p:sp>
        <p:nvSpPr>
          <p:cNvPr id="108" name="Google Shape;108;p2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109" name="Shape 109"/>
        <p:cNvGrpSpPr/>
        <p:nvPr/>
      </p:nvGrpSpPr>
      <p:grpSpPr>
        <a:xfrm>
          <a:off x="0" y="0"/>
          <a:ext cx="0" cy="0"/>
          <a:chOff x="0" y="0"/>
          <a:chExt cx="0" cy="0"/>
        </a:xfrm>
      </p:grpSpPr>
      <p:sp>
        <p:nvSpPr>
          <p:cNvPr id="110" name="Google Shape;110;p2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2" name="Google Shape;112;p27"/>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13" name="Google Shape;113;p2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14" name="Google Shape;114;p2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5" name="Google Shape;115;p2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6" name="Shape 116"/>
        <p:cNvGrpSpPr/>
        <p:nvPr/>
      </p:nvGrpSpPr>
      <p:grpSpPr>
        <a:xfrm>
          <a:off x="0" y="0"/>
          <a:ext cx="0" cy="0"/>
          <a:chOff x="0" y="0"/>
          <a:chExt cx="0" cy="0"/>
        </a:xfrm>
      </p:grpSpPr>
      <p:sp>
        <p:nvSpPr>
          <p:cNvPr id="117" name="Google Shape;117;p2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8"/>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19" name="Google Shape;119;p2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20" name="Google Shape;120;p28"/>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21" name="Google Shape;121;p2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2" name="Google Shape;122;p28"/>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3" name="Google Shape;123;p28"/>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4" name="Google Shape;124;p28"/>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25" name="Shape 125"/>
        <p:cNvGrpSpPr/>
        <p:nvPr/>
      </p:nvGrpSpPr>
      <p:grpSpPr>
        <a:xfrm>
          <a:off x="0" y="0"/>
          <a:ext cx="0" cy="0"/>
          <a:chOff x="0" y="0"/>
          <a:chExt cx="0" cy="0"/>
        </a:xfrm>
      </p:grpSpPr>
      <p:sp>
        <p:nvSpPr>
          <p:cNvPr id="126" name="Google Shape;126;p2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29"/>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28" name="Google Shape;128;p2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29" name="Google Shape;129;p2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30" name="Google Shape;130;p2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31" name="Google Shape;131;p2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2" name="Google Shape;132;p2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3" name="Google Shape;133;p2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4" name="Google Shape;134;p2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5" name="Google Shape;135;p2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36" name="Shape 136"/>
        <p:cNvGrpSpPr/>
        <p:nvPr/>
      </p:nvGrpSpPr>
      <p:grpSpPr>
        <a:xfrm>
          <a:off x="0" y="0"/>
          <a:ext cx="0" cy="0"/>
          <a:chOff x="0" y="0"/>
          <a:chExt cx="0" cy="0"/>
        </a:xfrm>
      </p:grpSpPr>
      <p:sp>
        <p:nvSpPr>
          <p:cNvPr id="137" name="Google Shape;137;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3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40" name="Shape 140"/>
        <p:cNvGrpSpPr/>
        <p:nvPr/>
      </p:nvGrpSpPr>
      <p:grpSpPr>
        <a:xfrm>
          <a:off x="0" y="0"/>
          <a:ext cx="0" cy="0"/>
          <a:chOff x="0" y="0"/>
          <a:chExt cx="0" cy="0"/>
        </a:xfrm>
      </p:grpSpPr>
      <p:sp>
        <p:nvSpPr>
          <p:cNvPr id="141" name="Google Shape;141;p31"/>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2" name="Google Shape;142;p31"/>
          <p:cNvSpPr/>
          <p:nvPr>
            <p:ph idx="2" type="pic"/>
          </p:nvPr>
        </p:nvSpPr>
        <p:spPr>
          <a:xfrm>
            <a:off x="4804825" y="1133300"/>
            <a:ext cx="4027500" cy="2392800"/>
          </a:xfrm>
          <a:prstGeom prst="rect">
            <a:avLst/>
          </a:prstGeom>
          <a:noFill/>
          <a:ln>
            <a:noFill/>
          </a:ln>
        </p:spPr>
      </p:sp>
      <p:sp>
        <p:nvSpPr>
          <p:cNvPr id="143" name="Google Shape;143;p31"/>
          <p:cNvSpPr/>
          <p:nvPr>
            <p:ph idx="3" type="pic"/>
          </p:nvPr>
        </p:nvSpPr>
        <p:spPr>
          <a:xfrm>
            <a:off x="311725" y="1133300"/>
            <a:ext cx="4027500" cy="2392800"/>
          </a:xfrm>
          <a:prstGeom prst="rect">
            <a:avLst/>
          </a:prstGeom>
          <a:noFill/>
          <a:ln>
            <a:noFill/>
          </a:ln>
        </p:spPr>
      </p:sp>
      <p:sp>
        <p:nvSpPr>
          <p:cNvPr id="144" name="Google Shape;144;p3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5" name="Google Shape;145;p3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3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48" name="Google Shape;148;p3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49" name="Shape 149"/>
        <p:cNvGrpSpPr/>
        <p:nvPr/>
      </p:nvGrpSpPr>
      <p:grpSpPr>
        <a:xfrm>
          <a:off x="0" y="0"/>
          <a:ext cx="0" cy="0"/>
          <a:chOff x="0" y="0"/>
          <a:chExt cx="0" cy="0"/>
        </a:xfrm>
      </p:grpSpPr>
      <p:sp>
        <p:nvSpPr>
          <p:cNvPr id="150" name="Google Shape;150;p32"/>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1" name="Google Shape;151;p32"/>
          <p:cNvSpPr/>
          <p:nvPr>
            <p:ph idx="2" type="pic"/>
          </p:nvPr>
        </p:nvSpPr>
        <p:spPr>
          <a:xfrm>
            <a:off x="6205225" y="1128325"/>
            <a:ext cx="2627100" cy="2273100"/>
          </a:xfrm>
          <a:prstGeom prst="rect">
            <a:avLst/>
          </a:prstGeom>
          <a:noFill/>
          <a:ln>
            <a:noFill/>
          </a:ln>
        </p:spPr>
      </p:sp>
      <p:sp>
        <p:nvSpPr>
          <p:cNvPr id="152" name="Google Shape;152;p32"/>
          <p:cNvSpPr/>
          <p:nvPr>
            <p:ph idx="3" type="pic"/>
          </p:nvPr>
        </p:nvSpPr>
        <p:spPr>
          <a:xfrm>
            <a:off x="311725" y="1128325"/>
            <a:ext cx="2627100" cy="2273100"/>
          </a:xfrm>
          <a:prstGeom prst="rect">
            <a:avLst/>
          </a:prstGeom>
          <a:noFill/>
          <a:ln>
            <a:noFill/>
          </a:ln>
        </p:spPr>
      </p:sp>
      <p:sp>
        <p:nvSpPr>
          <p:cNvPr id="153" name="Google Shape;153;p3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4" name="Google Shape;154;p32"/>
          <p:cNvSpPr/>
          <p:nvPr>
            <p:ph idx="5" type="pic"/>
          </p:nvPr>
        </p:nvSpPr>
        <p:spPr>
          <a:xfrm>
            <a:off x="3255250" y="1128325"/>
            <a:ext cx="2627100" cy="2273100"/>
          </a:xfrm>
          <a:prstGeom prst="rect">
            <a:avLst/>
          </a:prstGeom>
          <a:noFill/>
          <a:ln>
            <a:noFill/>
          </a:ln>
        </p:spPr>
      </p:sp>
      <p:sp>
        <p:nvSpPr>
          <p:cNvPr id="155" name="Google Shape;155;p3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6" name="Google Shape;156;p3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7" name="Google Shape;157;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 name="Google Shape;158;p3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9" name="Google Shape;159;p3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0" name="Google Shape;160;p3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61" name="Shape 161"/>
        <p:cNvGrpSpPr/>
        <p:nvPr/>
      </p:nvGrpSpPr>
      <p:grpSpPr>
        <a:xfrm>
          <a:off x="0" y="0"/>
          <a:ext cx="0" cy="0"/>
          <a:chOff x="0" y="0"/>
          <a:chExt cx="0" cy="0"/>
        </a:xfrm>
      </p:grpSpPr>
      <p:sp>
        <p:nvSpPr>
          <p:cNvPr id="162" name="Google Shape;162;p33"/>
          <p:cNvSpPr/>
          <p:nvPr>
            <p:ph idx="2" type="pic"/>
          </p:nvPr>
        </p:nvSpPr>
        <p:spPr>
          <a:xfrm>
            <a:off x="311700" y="445025"/>
            <a:ext cx="8520600" cy="4218300"/>
          </a:xfrm>
          <a:prstGeom prst="rect">
            <a:avLst/>
          </a:prstGeom>
          <a:noFill/>
          <a:ln>
            <a:noFill/>
          </a:ln>
        </p:spPr>
      </p:sp>
      <p:sp>
        <p:nvSpPr>
          <p:cNvPr id="163" name="Google Shape;163;p3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64" name="Shape 164"/>
        <p:cNvGrpSpPr/>
        <p:nvPr/>
      </p:nvGrpSpPr>
      <p:grpSpPr>
        <a:xfrm>
          <a:off x="0" y="0"/>
          <a:ext cx="0" cy="0"/>
          <a:chOff x="0" y="0"/>
          <a:chExt cx="0" cy="0"/>
        </a:xfrm>
      </p:grpSpPr>
      <p:sp>
        <p:nvSpPr>
          <p:cNvPr id="165" name="Google Shape;165;p3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34"/>
          <p:cNvSpPr/>
          <p:nvPr>
            <p:ph idx="2" type="pic"/>
          </p:nvPr>
        </p:nvSpPr>
        <p:spPr>
          <a:xfrm>
            <a:off x="3389600" y="118913"/>
            <a:ext cx="1643700" cy="1535100"/>
          </a:xfrm>
          <a:prstGeom prst="rect">
            <a:avLst/>
          </a:prstGeom>
          <a:noFill/>
          <a:ln>
            <a:noFill/>
          </a:ln>
        </p:spPr>
      </p:sp>
      <p:sp>
        <p:nvSpPr>
          <p:cNvPr id="167" name="Google Shape;167;p34"/>
          <p:cNvSpPr/>
          <p:nvPr>
            <p:ph idx="3" type="pic"/>
          </p:nvPr>
        </p:nvSpPr>
        <p:spPr>
          <a:xfrm>
            <a:off x="5195935" y="118913"/>
            <a:ext cx="1643700" cy="1535100"/>
          </a:xfrm>
          <a:prstGeom prst="rect">
            <a:avLst/>
          </a:prstGeom>
          <a:noFill/>
          <a:ln>
            <a:noFill/>
          </a:ln>
        </p:spPr>
      </p:sp>
      <p:sp>
        <p:nvSpPr>
          <p:cNvPr id="168" name="Google Shape;168;p34"/>
          <p:cNvSpPr/>
          <p:nvPr>
            <p:ph idx="4" type="pic"/>
          </p:nvPr>
        </p:nvSpPr>
        <p:spPr>
          <a:xfrm>
            <a:off x="7002270" y="118913"/>
            <a:ext cx="1643700" cy="1535100"/>
          </a:xfrm>
          <a:prstGeom prst="rect">
            <a:avLst/>
          </a:prstGeom>
          <a:noFill/>
          <a:ln>
            <a:noFill/>
          </a:ln>
        </p:spPr>
      </p:sp>
      <p:sp>
        <p:nvSpPr>
          <p:cNvPr id="169" name="Google Shape;169;p34"/>
          <p:cNvSpPr/>
          <p:nvPr>
            <p:ph idx="5" type="pic"/>
          </p:nvPr>
        </p:nvSpPr>
        <p:spPr>
          <a:xfrm>
            <a:off x="3389588" y="1804212"/>
            <a:ext cx="1643700" cy="1535100"/>
          </a:xfrm>
          <a:prstGeom prst="rect">
            <a:avLst/>
          </a:prstGeom>
          <a:noFill/>
          <a:ln>
            <a:noFill/>
          </a:ln>
        </p:spPr>
      </p:sp>
      <p:sp>
        <p:nvSpPr>
          <p:cNvPr id="170" name="Google Shape;170;p34"/>
          <p:cNvSpPr/>
          <p:nvPr>
            <p:ph idx="6" type="pic"/>
          </p:nvPr>
        </p:nvSpPr>
        <p:spPr>
          <a:xfrm>
            <a:off x="5195922" y="1804212"/>
            <a:ext cx="1643700" cy="1535100"/>
          </a:xfrm>
          <a:prstGeom prst="rect">
            <a:avLst/>
          </a:prstGeom>
          <a:noFill/>
          <a:ln>
            <a:noFill/>
          </a:ln>
        </p:spPr>
      </p:sp>
      <p:sp>
        <p:nvSpPr>
          <p:cNvPr id="171" name="Google Shape;171;p34"/>
          <p:cNvSpPr/>
          <p:nvPr>
            <p:ph idx="7" type="pic"/>
          </p:nvPr>
        </p:nvSpPr>
        <p:spPr>
          <a:xfrm>
            <a:off x="7002257" y="1804212"/>
            <a:ext cx="1643700" cy="1535100"/>
          </a:xfrm>
          <a:prstGeom prst="rect">
            <a:avLst/>
          </a:prstGeom>
          <a:noFill/>
          <a:ln>
            <a:noFill/>
          </a:ln>
        </p:spPr>
      </p:sp>
      <p:sp>
        <p:nvSpPr>
          <p:cNvPr id="172" name="Google Shape;172;p3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p34"/>
          <p:cNvSpPr/>
          <p:nvPr>
            <p:ph idx="8" type="pic"/>
          </p:nvPr>
        </p:nvSpPr>
        <p:spPr>
          <a:xfrm>
            <a:off x="3389588" y="3489487"/>
            <a:ext cx="1643700" cy="1535100"/>
          </a:xfrm>
          <a:prstGeom prst="rect">
            <a:avLst/>
          </a:prstGeom>
          <a:noFill/>
          <a:ln>
            <a:noFill/>
          </a:ln>
        </p:spPr>
      </p:sp>
      <p:sp>
        <p:nvSpPr>
          <p:cNvPr id="174" name="Google Shape;174;p34"/>
          <p:cNvSpPr/>
          <p:nvPr>
            <p:ph idx="9" type="pic"/>
          </p:nvPr>
        </p:nvSpPr>
        <p:spPr>
          <a:xfrm>
            <a:off x="5195922" y="3489487"/>
            <a:ext cx="1643700" cy="1535100"/>
          </a:xfrm>
          <a:prstGeom prst="rect">
            <a:avLst/>
          </a:prstGeom>
          <a:noFill/>
          <a:ln>
            <a:noFill/>
          </a:ln>
        </p:spPr>
      </p:sp>
      <p:sp>
        <p:nvSpPr>
          <p:cNvPr id="175" name="Google Shape;175;p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BLANK_1">
    <p:spTree>
      <p:nvGrpSpPr>
        <p:cNvPr id="176" name="Shape 176"/>
        <p:cNvGrpSpPr/>
        <p:nvPr/>
      </p:nvGrpSpPr>
      <p:grpSpPr>
        <a:xfrm>
          <a:off x="0" y="0"/>
          <a:ext cx="0" cy="0"/>
          <a:chOff x="0" y="0"/>
          <a:chExt cx="0" cy="0"/>
        </a:xfrm>
      </p:grpSpPr>
      <p:sp>
        <p:nvSpPr>
          <p:cNvPr id="177" name="Google Shape;177;p35"/>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178" name="Google Shape;178;p35"/>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4"/>
              </a:buClr>
              <a:buSzPts val="12800"/>
              <a:buNone/>
              <a:defRPr sz="12800">
                <a:solidFill>
                  <a:schemeClr val="accent4"/>
                </a:solidFill>
              </a:defRPr>
            </a:lvl1pPr>
            <a:lvl2pPr lvl="1"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2pPr>
            <a:lvl3pPr lvl="2"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3pPr>
            <a:lvl4pPr lvl="3"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4pPr>
            <a:lvl5pPr lvl="4"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5pPr>
            <a:lvl6pPr lvl="5"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6pPr>
            <a:lvl7pPr lvl="6"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7pPr>
            <a:lvl8pPr lvl="7"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8pPr>
            <a:lvl9pPr lvl="8"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9pPr>
          </a:lstStyle>
          <a:p/>
        </p:txBody>
      </p:sp>
      <p:sp>
        <p:nvSpPr>
          <p:cNvPr id="179" name="Google Shape;179;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7">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secHead">
  <p:cSld name="SECTION_HEADER">
    <p:spTree>
      <p:nvGrpSpPr>
        <p:cNvPr id="180" name="Shape 180"/>
        <p:cNvGrpSpPr/>
        <p:nvPr/>
      </p:nvGrpSpPr>
      <p:grpSpPr>
        <a:xfrm>
          <a:off x="0" y="0"/>
          <a:ext cx="0" cy="0"/>
          <a:chOff x="0" y="0"/>
          <a:chExt cx="0" cy="0"/>
        </a:xfrm>
      </p:grpSpPr>
      <p:sp>
        <p:nvSpPr>
          <p:cNvPr id="181" name="Google Shape;181;p36"/>
          <p:cNvSpPr txBox="1"/>
          <p:nvPr>
            <p:ph type="title"/>
          </p:nvPr>
        </p:nvSpPr>
        <p:spPr>
          <a:xfrm>
            <a:off x="632850" y="1124700"/>
            <a:ext cx="7878300" cy="1741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5400"/>
              <a:buFont typeface="Hepta Slab"/>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 name="Google Shape;182;p36"/>
          <p:cNvSpPr txBox="1"/>
          <p:nvPr>
            <p:ph idx="1" type="body"/>
          </p:nvPr>
        </p:nvSpPr>
        <p:spPr>
          <a:xfrm>
            <a:off x="4064100" y="4335200"/>
            <a:ext cx="1015800" cy="266100"/>
          </a:xfrm>
          <a:prstGeom prst="rect">
            <a:avLst/>
          </a:prstGeom>
          <a:ln cap="flat" cmpd="sng" w="9525">
            <a:solidFill>
              <a:schemeClr val="dk1"/>
            </a:solidFill>
            <a:prstDash val="solid"/>
            <a:round/>
            <a:headEnd len="sm" w="sm" type="none"/>
            <a:tailEnd len="sm" w="sm" type="none"/>
          </a:ln>
        </p:spPr>
        <p:txBody>
          <a:bodyPr anchorCtr="0" anchor="ctr" bIns="0" lIns="0" spcFirstLastPara="1" rIns="0" wrap="square" tIns="0">
            <a:noAutofit/>
          </a:bodyPr>
          <a:lstStyle>
            <a:lvl1pPr indent="-298450" lvl="0" marL="457200">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183" name="Google Shape;183;p36"/>
          <p:cNvSpPr txBox="1"/>
          <p:nvPr>
            <p:ph idx="2" type="subTitle"/>
          </p:nvPr>
        </p:nvSpPr>
        <p:spPr>
          <a:xfrm>
            <a:off x="2857500" y="2902000"/>
            <a:ext cx="3765600" cy="934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2600"/>
              <a:buNone/>
              <a:defRPr sz="2600">
                <a:solidFill>
                  <a:schemeClr val="dk2"/>
                </a:solidFill>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184" name="Google Shape;184;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Content" type="tx">
  <p:cSld name="TITLE_AND_BODY">
    <p:bg>
      <p:bgPr>
        <a:solidFill>
          <a:schemeClr val="accent4"/>
        </a:solidFill>
      </p:bgPr>
    </p:bg>
    <p:spTree>
      <p:nvGrpSpPr>
        <p:cNvPr id="185" name="Shape 185"/>
        <p:cNvGrpSpPr/>
        <p:nvPr/>
      </p:nvGrpSpPr>
      <p:grpSpPr>
        <a:xfrm>
          <a:off x="0" y="0"/>
          <a:ext cx="0" cy="0"/>
          <a:chOff x="0" y="0"/>
          <a:chExt cx="0" cy="0"/>
        </a:xfrm>
      </p:grpSpPr>
      <p:sp>
        <p:nvSpPr>
          <p:cNvPr id="186" name="Google Shape;186;p37"/>
          <p:cNvSpPr txBox="1"/>
          <p:nvPr>
            <p:ph idx="1" type="subTitle"/>
          </p:nvPr>
        </p:nvSpPr>
        <p:spPr>
          <a:xfrm>
            <a:off x="475075" y="309225"/>
            <a:ext cx="3655200" cy="35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2pPr>
            <a:lvl3pPr lvl="2">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3pPr>
            <a:lvl4pPr lvl="3">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4pPr>
            <a:lvl5pPr lvl="4">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5pPr>
            <a:lvl6pPr lvl="5">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6pPr>
            <a:lvl7pPr lvl="6">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7pPr>
            <a:lvl8pPr lvl="7">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8pPr>
            <a:lvl9pPr lvl="8">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9pPr>
          </a:lstStyle>
          <a:p/>
        </p:txBody>
      </p:sp>
      <p:sp>
        <p:nvSpPr>
          <p:cNvPr id="187" name="Google Shape;187;p37"/>
          <p:cNvSpPr txBox="1"/>
          <p:nvPr>
            <p:ph idx="2" type="body"/>
          </p:nvPr>
        </p:nvSpPr>
        <p:spPr>
          <a:xfrm>
            <a:off x="711097" y="980554"/>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88" name="Google Shape;188;p37"/>
          <p:cNvSpPr txBox="1"/>
          <p:nvPr>
            <p:ph idx="3" type="subTitle"/>
          </p:nvPr>
        </p:nvSpPr>
        <p:spPr>
          <a:xfrm>
            <a:off x="1699221" y="980279"/>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89" name="Google Shape;189;p37"/>
          <p:cNvSpPr txBox="1"/>
          <p:nvPr>
            <p:ph idx="4" type="body"/>
          </p:nvPr>
        </p:nvSpPr>
        <p:spPr>
          <a:xfrm>
            <a:off x="2285797" y="1226054"/>
            <a:ext cx="1775700" cy="1108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0" name="Google Shape;190;p37"/>
          <p:cNvSpPr txBox="1"/>
          <p:nvPr>
            <p:ph idx="5" type="body"/>
          </p:nvPr>
        </p:nvSpPr>
        <p:spPr>
          <a:xfrm>
            <a:off x="711097" y="2222666"/>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91" name="Google Shape;191;p37"/>
          <p:cNvSpPr txBox="1"/>
          <p:nvPr>
            <p:ph idx="6" type="subTitle"/>
          </p:nvPr>
        </p:nvSpPr>
        <p:spPr>
          <a:xfrm>
            <a:off x="1699221" y="2222391"/>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92" name="Google Shape;192;p37"/>
          <p:cNvSpPr txBox="1"/>
          <p:nvPr>
            <p:ph idx="7" type="body"/>
          </p:nvPr>
        </p:nvSpPr>
        <p:spPr>
          <a:xfrm>
            <a:off x="2285797" y="2468166"/>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3" name="Google Shape;193;p37"/>
          <p:cNvSpPr txBox="1"/>
          <p:nvPr>
            <p:ph idx="8" type="body"/>
          </p:nvPr>
        </p:nvSpPr>
        <p:spPr>
          <a:xfrm>
            <a:off x="711097" y="3219093"/>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94" name="Google Shape;194;p37"/>
          <p:cNvSpPr txBox="1"/>
          <p:nvPr>
            <p:ph idx="9" type="subTitle"/>
          </p:nvPr>
        </p:nvSpPr>
        <p:spPr>
          <a:xfrm>
            <a:off x="1699221" y="3218818"/>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95" name="Google Shape;195;p37"/>
          <p:cNvSpPr txBox="1"/>
          <p:nvPr>
            <p:ph idx="13" type="body"/>
          </p:nvPr>
        </p:nvSpPr>
        <p:spPr>
          <a:xfrm>
            <a:off x="2285797" y="3464593"/>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6" name="Google Shape;196;p37"/>
          <p:cNvSpPr txBox="1"/>
          <p:nvPr>
            <p:ph idx="14" type="body"/>
          </p:nvPr>
        </p:nvSpPr>
        <p:spPr>
          <a:xfrm>
            <a:off x="4746581" y="980554"/>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97" name="Google Shape;197;p37"/>
          <p:cNvSpPr txBox="1"/>
          <p:nvPr>
            <p:ph idx="15" type="subTitle"/>
          </p:nvPr>
        </p:nvSpPr>
        <p:spPr>
          <a:xfrm>
            <a:off x="5734705" y="980279"/>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98" name="Google Shape;198;p37"/>
          <p:cNvSpPr txBox="1"/>
          <p:nvPr>
            <p:ph idx="16" type="body"/>
          </p:nvPr>
        </p:nvSpPr>
        <p:spPr>
          <a:xfrm>
            <a:off x="6321281" y="1226054"/>
            <a:ext cx="1775700" cy="1108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9" name="Google Shape;199;p37"/>
          <p:cNvSpPr txBox="1"/>
          <p:nvPr>
            <p:ph idx="17" type="body"/>
          </p:nvPr>
        </p:nvSpPr>
        <p:spPr>
          <a:xfrm>
            <a:off x="4746581" y="2222666"/>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200" name="Google Shape;200;p37"/>
          <p:cNvSpPr txBox="1"/>
          <p:nvPr>
            <p:ph idx="18" type="subTitle"/>
          </p:nvPr>
        </p:nvSpPr>
        <p:spPr>
          <a:xfrm>
            <a:off x="5734705" y="2222391"/>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01" name="Google Shape;201;p37"/>
          <p:cNvSpPr txBox="1"/>
          <p:nvPr>
            <p:ph idx="19" type="body"/>
          </p:nvPr>
        </p:nvSpPr>
        <p:spPr>
          <a:xfrm>
            <a:off x="6321281" y="2468166"/>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02" name="Google Shape;202;p37"/>
          <p:cNvSpPr txBox="1"/>
          <p:nvPr>
            <p:ph idx="20" type="body"/>
          </p:nvPr>
        </p:nvSpPr>
        <p:spPr>
          <a:xfrm>
            <a:off x="4746581" y="3219093"/>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203" name="Google Shape;203;p37"/>
          <p:cNvSpPr txBox="1"/>
          <p:nvPr>
            <p:ph idx="21" type="subTitle"/>
          </p:nvPr>
        </p:nvSpPr>
        <p:spPr>
          <a:xfrm>
            <a:off x="5734705" y="3218818"/>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04" name="Google Shape;204;p37"/>
          <p:cNvSpPr txBox="1"/>
          <p:nvPr>
            <p:ph idx="22" type="body"/>
          </p:nvPr>
        </p:nvSpPr>
        <p:spPr>
          <a:xfrm>
            <a:off x="6321281" y="3464593"/>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05" name="Google Shape;205;p3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60">
          <p15:clr>
            <a:srgbClr val="E46962"/>
          </p15:clr>
        </p15:guide>
        <p15:guide id="3" orient="horz" pos="1048">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type="twoColTx">
  <p:cSld name="TITLE_AND_TWO_COLUMNS">
    <p:bg>
      <p:bgPr>
        <a:solidFill>
          <a:schemeClr val="dk1"/>
        </a:solidFill>
      </p:bgPr>
    </p:bg>
    <p:spTree>
      <p:nvGrpSpPr>
        <p:cNvPr id="206" name="Shape 206"/>
        <p:cNvGrpSpPr/>
        <p:nvPr/>
      </p:nvGrpSpPr>
      <p:grpSpPr>
        <a:xfrm>
          <a:off x="0" y="0"/>
          <a:ext cx="0" cy="0"/>
          <a:chOff x="0" y="0"/>
          <a:chExt cx="0" cy="0"/>
        </a:xfrm>
      </p:grpSpPr>
      <p:sp>
        <p:nvSpPr>
          <p:cNvPr id="207" name="Google Shape;207;p38"/>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8"/>
          <p:cNvSpPr txBox="1"/>
          <p:nvPr/>
        </p:nvSpPr>
        <p:spPr>
          <a:xfrm>
            <a:off x="6262625" y="1205946"/>
            <a:ext cx="2155500" cy="3231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i="1" lang="en" sz="700">
                <a:solidFill>
                  <a:schemeClr val="lt1"/>
                </a:solidFill>
                <a:latin typeface="Barlow Medium"/>
                <a:ea typeface="Barlow Medium"/>
                <a:cs typeface="Barlow Medium"/>
                <a:sym typeface="Barlow Medium"/>
              </a:rPr>
              <a:t>Lorem ipsum dolor sit amet, consectetur adipiscing elit.</a:t>
            </a:r>
            <a:endParaRPr i="1" sz="700">
              <a:solidFill>
                <a:schemeClr val="lt1"/>
              </a:solidFill>
              <a:latin typeface="Barlow Medium"/>
              <a:ea typeface="Barlow Medium"/>
              <a:cs typeface="Barlow Medium"/>
              <a:sym typeface="Barlow Medium"/>
            </a:endParaRPr>
          </a:p>
        </p:txBody>
      </p:sp>
      <p:sp>
        <p:nvSpPr>
          <p:cNvPr id="209" name="Google Shape;209;p38"/>
          <p:cNvSpPr/>
          <p:nvPr>
            <p:ph idx="2" type="pic"/>
          </p:nvPr>
        </p:nvSpPr>
        <p:spPr>
          <a:xfrm>
            <a:off x="3915225" y="1631250"/>
            <a:ext cx="4441200" cy="3009900"/>
          </a:xfrm>
          <a:prstGeom prst="roundRect">
            <a:avLst>
              <a:gd fmla="val 16667" name="adj"/>
            </a:avLst>
          </a:prstGeom>
          <a:noFill/>
          <a:ln>
            <a:noFill/>
          </a:ln>
        </p:spPr>
      </p:sp>
      <p:sp>
        <p:nvSpPr>
          <p:cNvPr id="210" name="Google Shape;210;p38"/>
          <p:cNvSpPr txBox="1"/>
          <p:nvPr>
            <p:ph idx="1" type="body"/>
          </p:nvPr>
        </p:nvSpPr>
        <p:spPr>
          <a:xfrm>
            <a:off x="791150" y="1835400"/>
            <a:ext cx="2094000" cy="8466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11" name="Google Shape;211;p38"/>
          <p:cNvSpPr txBox="1"/>
          <p:nvPr>
            <p:ph idx="3" type="subTitle"/>
          </p:nvPr>
        </p:nvSpPr>
        <p:spPr>
          <a:xfrm>
            <a:off x="791150" y="522625"/>
            <a:ext cx="3918300" cy="10065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12" name="Google Shape;212;p38"/>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AND_TWO_COLUMNS_1">
    <p:bg>
      <p:bgPr>
        <a:solidFill>
          <a:schemeClr val="dk1"/>
        </a:solidFill>
      </p:bgPr>
    </p:bg>
    <p:spTree>
      <p:nvGrpSpPr>
        <p:cNvPr id="213" name="Shape 213"/>
        <p:cNvGrpSpPr/>
        <p:nvPr/>
      </p:nvGrpSpPr>
      <p:grpSpPr>
        <a:xfrm>
          <a:off x="0" y="0"/>
          <a:ext cx="0" cy="0"/>
          <a:chOff x="0" y="0"/>
          <a:chExt cx="0" cy="0"/>
        </a:xfrm>
      </p:grpSpPr>
      <p:sp>
        <p:nvSpPr>
          <p:cNvPr id="214" name="Google Shape;214;p39"/>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9"/>
          <p:cNvSpPr txBox="1"/>
          <p:nvPr>
            <p:ph idx="1" type="subTitle"/>
          </p:nvPr>
        </p:nvSpPr>
        <p:spPr>
          <a:xfrm>
            <a:off x="791150" y="522625"/>
            <a:ext cx="5173200" cy="9765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16" name="Google Shape;216;p39"/>
          <p:cNvSpPr txBox="1"/>
          <p:nvPr>
            <p:ph idx="2" type="body"/>
          </p:nvPr>
        </p:nvSpPr>
        <p:spPr>
          <a:xfrm>
            <a:off x="685450" y="2180950"/>
            <a:ext cx="3579600" cy="2385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Char char="●"/>
              <a:defRPr sz="1100">
                <a:solidFill>
                  <a:schemeClr val="lt1"/>
                </a:solidFill>
              </a:defRPr>
            </a:lvl1pPr>
            <a:lvl2pPr indent="-298450" lvl="1" marL="914400">
              <a:spcBef>
                <a:spcPts val="0"/>
              </a:spcBef>
              <a:spcAft>
                <a:spcPts val="0"/>
              </a:spcAft>
              <a:buClr>
                <a:schemeClr val="lt1"/>
              </a:buClr>
              <a:buSzPts val="1100"/>
              <a:buChar char="○"/>
              <a:defRPr sz="1100">
                <a:solidFill>
                  <a:schemeClr val="lt1"/>
                </a:solidFill>
              </a:defRPr>
            </a:lvl2pPr>
            <a:lvl3pPr indent="-298450" lvl="2" marL="1371600">
              <a:spcBef>
                <a:spcPts val="0"/>
              </a:spcBef>
              <a:spcAft>
                <a:spcPts val="0"/>
              </a:spcAft>
              <a:buClr>
                <a:schemeClr val="lt1"/>
              </a:buClr>
              <a:buSzPts val="1100"/>
              <a:buChar char="■"/>
              <a:defRPr sz="1100">
                <a:solidFill>
                  <a:schemeClr val="lt1"/>
                </a:solidFill>
              </a:defRPr>
            </a:lvl3pPr>
            <a:lvl4pPr indent="-298450" lvl="3" marL="1828800">
              <a:spcBef>
                <a:spcPts val="0"/>
              </a:spcBef>
              <a:spcAft>
                <a:spcPts val="0"/>
              </a:spcAft>
              <a:buClr>
                <a:schemeClr val="lt1"/>
              </a:buClr>
              <a:buSzPts val="1100"/>
              <a:buChar char="●"/>
              <a:defRPr sz="1100">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sz="1100">
                <a:solidFill>
                  <a:schemeClr val="lt1"/>
                </a:solidFill>
              </a:defRPr>
            </a:lvl6pPr>
            <a:lvl7pPr indent="-298450" lvl="6" marL="3200400">
              <a:spcBef>
                <a:spcPts val="0"/>
              </a:spcBef>
              <a:spcAft>
                <a:spcPts val="0"/>
              </a:spcAft>
              <a:buClr>
                <a:schemeClr val="lt1"/>
              </a:buClr>
              <a:buSzPts val="1100"/>
              <a:buChar char="●"/>
              <a:defRPr sz="1100">
                <a:solidFill>
                  <a:schemeClr val="lt1"/>
                </a:solidFill>
              </a:defRPr>
            </a:lvl7pPr>
            <a:lvl8pPr indent="-298450" lvl="7" marL="3657600">
              <a:spcBef>
                <a:spcPts val="0"/>
              </a:spcBef>
              <a:spcAft>
                <a:spcPts val="0"/>
              </a:spcAft>
              <a:buClr>
                <a:schemeClr val="lt1"/>
              </a:buClr>
              <a:buSzPts val="1100"/>
              <a:buChar char="○"/>
              <a:defRPr sz="1100">
                <a:solidFill>
                  <a:schemeClr val="lt1"/>
                </a:solidFill>
              </a:defRPr>
            </a:lvl8pPr>
            <a:lvl9pPr indent="-298450" lvl="8" marL="4114800">
              <a:spcBef>
                <a:spcPts val="0"/>
              </a:spcBef>
              <a:spcAft>
                <a:spcPts val="0"/>
              </a:spcAft>
              <a:buClr>
                <a:schemeClr val="lt1"/>
              </a:buClr>
              <a:buSzPts val="1100"/>
              <a:buChar char="■"/>
              <a:defRPr sz="1100">
                <a:solidFill>
                  <a:schemeClr val="lt1"/>
                </a:solidFill>
              </a:defRPr>
            </a:lvl9pPr>
          </a:lstStyle>
          <a:p/>
        </p:txBody>
      </p:sp>
      <p:sp>
        <p:nvSpPr>
          <p:cNvPr id="217" name="Google Shape;217;p39"/>
          <p:cNvSpPr txBox="1"/>
          <p:nvPr>
            <p:ph idx="3" type="body"/>
          </p:nvPr>
        </p:nvSpPr>
        <p:spPr>
          <a:xfrm>
            <a:off x="4601077" y="2180950"/>
            <a:ext cx="3579600" cy="2385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Char char="●"/>
              <a:defRPr sz="1100">
                <a:solidFill>
                  <a:schemeClr val="lt1"/>
                </a:solidFill>
              </a:defRPr>
            </a:lvl1pPr>
            <a:lvl2pPr indent="-298450" lvl="1" marL="914400">
              <a:spcBef>
                <a:spcPts val="0"/>
              </a:spcBef>
              <a:spcAft>
                <a:spcPts val="0"/>
              </a:spcAft>
              <a:buClr>
                <a:schemeClr val="lt1"/>
              </a:buClr>
              <a:buSzPts val="1100"/>
              <a:buChar char="○"/>
              <a:defRPr sz="1100">
                <a:solidFill>
                  <a:schemeClr val="lt1"/>
                </a:solidFill>
              </a:defRPr>
            </a:lvl2pPr>
            <a:lvl3pPr indent="-298450" lvl="2" marL="1371600">
              <a:spcBef>
                <a:spcPts val="0"/>
              </a:spcBef>
              <a:spcAft>
                <a:spcPts val="0"/>
              </a:spcAft>
              <a:buClr>
                <a:schemeClr val="lt1"/>
              </a:buClr>
              <a:buSzPts val="1100"/>
              <a:buChar char="■"/>
              <a:defRPr sz="1100">
                <a:solidFill>
                  <a:schemeClr val="lt1"/>
                </a:solidFill>
              </a:defRPr>
            </a:lvl3pPr>
            <a:lvl4pPr indent="-298450" lvl="3" marL="1828800">
              <a:spcBef>
                <a:spcPts val="0"/>
              </a:spcBef>
              <a:spcAft>
                <a:spcPts val="0"/>
              </a:spcAft>
              <a:buClr>
                <a:schemeClr val="lt1"/>
              </a:buClr>
              <a:buSzPts val="1100"/>
              <a:buChar char="●"/>
              <a:defRPr sz="1100">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sz="1100">
                <a:solidFill>
                  <a:schemeClr val="lt1"/>
                </a:solidFill>
              </a:defRPr>
            </a:lvl6pPr>
            <a:lvl7pPr indent="-298450" lvl="6" marL="3200400">
              <a:spcBef>
                <a:spcPts val="0"/>
              </a:spcBef>
              <a:spcAft>
                <a:spcPts val="0"/>
              </a:spcAft>
              <a:buClr>
                <a:schemeClr val="lt1"/>
              </a:buClr>
              <a:buSzPts val="1100"/>
              <a:buChar char="●"/>
              <a:defRPr sz="1100">
                <a:solidFill>
                  <a:schemeClr val="lt1"/>
                </a:solidFill>
              </a:defRPr>
            </a:lvl7pPr>
            <a:lvl8pPr indent="-298450" lvl="7" marL="3657600">
              <a:spcBef>
                <a:spcPts val="0"/>
              </a:spcBef>
              <a:spcAft>
                <a:spcPts val="0"/>
              </a:spcAft>
              <a:buClr>
                <a:schemeClr val="lt1"/>
              </a:buClr>
              <a:buSzPts val="1100"/>
              <a:buChar char="○"/>
              <a:defRPr sz="1100">
                <a:solidFill>
                  <a:schemeClr val="lt1"/>
                </a:solidFill>
              </a:defRPr>
            </a:lvl8pPr>
            <a:lvl9pPr indent="-298450" lvl="8" marL="4114800">
              <a:spcBef>
                <a:spcPts val="0"/>
              </a:spcBef>
              <a:spcAft>
                <a:spcPts val="0"/>
              </a:spcAft>
              <a:buClr>
                <a:schemeClr val="lt1"/>
              </a:buClr>
              <a:buSzPts val="1100"/>
              <a:buChar char="■"/>
              <a:defRPr sz="1100">
                <a:solidFill>
                  <a:schemeClr val="lt1"/>
                </a:solidFill>
              </a:defRPr>
            </a:lvl9pPr>
          </a:lstStyle>
          <a:p/>
        </p:txBody>
      </p:sp>
      <p:sp>
        <p:nvSpPr>
          <p:cNvPr id="218" name="Google Shape;218;p39"/>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Company Overview" type="titleOnly">
  <p:cSld name="TITLE_ONLY">
    <p:bg>
      <p:bgPr>
        <a:solidFill>
          <a:schemeClr val="accent4"/>
        </a:solidFill>
      </p:bgPr>
    </p:bg>
    <p:spTree>
      <p:nvGrpSpPr>
        <p:cNvPr id="219" name="Shape 219"/>
        <p:cNvGrpSpPr/>
        <p:nvPr/>
      </p:nvGrpSpPr>
      <p:grpSpPr>
        <a:xfrm>
          <a:off x="0" y="0"/>
          <a:ext cx="0" cy="0"/>
          <a:chOff x="0" y="0"/>
          <a:chExt cx="0" cy="0"/>
        </a:xfrm>
      </p:grpSpPr>
      <p:sp>
        <p:nvSpPr>
          <p:cNvPr id="220" name="Google Shape;220;p40"/>
          <p:cNvSpPr/>
          <p:nvPr>
            <p:ph idx="2" type="pic"/>
          </p:nvPr>
        </p:nvSpPr>
        <p:spPr>
          <a:xfrm>
            <a:off x="791150" y="522900"/>
            <a:ext cx="1294800" cy="1918500"/>
          </a:xfrm>
          <a:prstGeom prst="rect">
            <a:avLst/>
          </a:prstGeom>
          <a:noFill/>
          <a:ln>
            <a:noFill/>
          </a:ln>
        </p:spPr>
      </p:sp>
      <p:sp>
        <p:nvSpPr>
          <p:cNvPr id="221" name="Google Shape;221;p40"/>
          <p:cNvSpPr/>
          <p:nvPr>
            <p:ph idx="3" type="pic"/>
          </p:nvPr>
        </p:nvSpPr>
        <p:spPr>
          <a:xfrm>
            <a:off x="2355375" y="522900"/>
            <a:ext cx="1294800" cy="1918500"/>
          </a:xfrm>
          <a:prstGeom prst="rect">
            <a:avLst/>
          </a:prstGeom>
          <a:noFill/>
          <a:ln>
            <a:noFill/>
          </a:ln>
        </p:spPr>
      </p:sp>
      <p:sp>
        <p:nvSpPr>
          <p:cNvPr id="222" name="Google Shape;222;p40"/>
          <p:cNvSpPr/>
          <p:nvPr>
            <p:ph idx="4" type="pic"/>
          </p:nvPr>
        </p:nvSpPr>
        <p:spPr>
          <a:xfrm>
            <a:off x="3921313" y="522900"/>
            <a:ext cx="1294800" cy="1918500"/>
          </a:xfrm>
          <a:prstGeom prst="rect">
            <a:avLst/>
          </a:prstGeom>
          <a:noFill/>
          <a:ln>
            <a:noFill/>
          </a:ln>
        </p:spPr>
      </p:sp>
      <p:sp>
        <p:nvSpPr>
          <p:cNvPr id="223" name="Google Shape;223;p40"/>
          <p:cNvSpPr/>
          <p:nvPr>
            <p:ph idx="5" type="pic"/>
          </p:nvPr>
        </p:nvSpPr>
        <p:spPr>
          <a:xfrm>
            <a:off x="5491588" y="522900"/>
            <a:ext cx="1294800" cy="1918500"/>
          </a:xfrm>
          <a:prstGeom prst="rect">
            <a:avLst/>
          </a:prstGeom>
          <a:noFill/>
          <a:ln>
            <a:noFill/>
          </a:ln>
        </p:spPr>
      </p:sp>
      <p:sp>
        <p:nvSpPr>
          <p:cNvPr id="224" name="Google Shape;224;p40"/>
          <p:cNvSpPr txBox="1"/>
          <p:nvPr>
            <p:ph idx="1" type="body"/>
          </p:nvPr>
        </p:nvSpPr>
        <p:spPr>
          <a:xfrm>
            <a:off x="680850" y="3443850"/>
            <a:ext cx="3074700" cy="10317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406400" lvl="1" marL="914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2pPr>
            <a:lvl3pPr indent="-406400" lvl="2" marL="13716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3pPr>
            <a:lvl4pPr indent="-406400" lvl="3" marL="18288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4pPr>
            <a:lvl5pPr indent="-406400" lvl="4" marL="22860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5pPr>
            <a:lvl6pPr indent="-406400" lvl="5" marL="27432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6pPr>
            <a:lvl7pPr indent="-406400" lvl="6" marL="3200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7pPr>
            <a:lvl8pPr indent="-406400" lvl="7" marL="36576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8pPr>
            <a:lvl9pPr indent="-406400" lvl="8" marL="41148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9pPr>
          </a:lstStyle>
          <a:p/>
        </p:txBody>
      </p:sp>
      <p:sp>
        <p:nvSpPr>
          <p:cNvPr id="225" name="Google Shape;225;p40"/>
          <p:cNvSpPr txBox="1"/>
          <p:nvPr>
            <p:ph idx="6" type="body"/>
          </p:nvPr>
        </p:nvSpPr>
        <p:spPr>
          <a:xfrm>
            <a:off x="4123900" y="3443850"/>
            <a:ext cx="4030200" cy="11652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26" name="Google Shape;226;p40"/>
          <p:cNvSpPr txBox="1"/>
          <p:nvPr>
            <p:ph idx="7" type="body"/>
          </p:nvPr>
        </p:nvSpPr>
        <p:spPr>
          <a:xfrm>
            <a:off x="705088"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27" name="Google Shape;227;p40"/>
          <p:cNvSpPr txBox="1"/>
          <p:nvPr>
            <p:ph idx="8" type="body"/>
          </p:nvPr>
        </p:nvSpPr>
        <p:spPr>
          <a:xfrm>
            <a:off x="2258888"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28" name="Google Shape;228;p40"/>
          <p:cNvSpPr txBox="1"/>
          <p:nvPr>
            <p:ph idx="9" type="body"/>
          </p:nvPr>
        </p:nvSpPr>
        <p:spPr>
          <a:xfrm>
            <a:off x="3827513"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29" name="Google Shape;229;p40"/>
          <p:cNvSpPr txBox="1"/>
          <p:nvPr>
            <p:ph idx="13" type="body"/>
          </p:nvPr>
        </p:nvSpPr>
        <p:spPr>
          <a:xfrm>
            <a:off x="5395113"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30" name="Google Shape;230;p40"/>
          <p:cNvSpPr txBox="1"/>
          <p:nvPr>
            <p:ph idx="14" type="body"/>
          </p:nvPr>
        </p:nvSpPr>
        <p:spPr>
          <a:xfrm>
            <a:off x="705091"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31" name="Google Shape;231;p40"/>
          <p:cNvSpPr txBox="1"/>
          <p:nvPr>
            <p:ph idx="15" type="body"/>
          </p:nvPr>
        </p:nvSpPr>
        <p:spPr>
          <a:xfrm>
            <a:off x="2258891"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32" name="Google Shape;232;p40"/>
          <p:cNvSpPr txBox="1"/>
          <p:nvPr>
            <p:ph idx="16" type="body"/>
          </p:nvPr>
        </p:nvSpPr>
        <p:spPr>
          <a:xfrm>
            <a:off x="3827003"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33" name="Google Shape;233;p40"/>
          <p:cNvSpPr txBox="1"/>
          <p:nvPr>
            <p:ph idx="17" type="body"/>
          </p:nvPr>
        </p:nvSpPr>
        <p:spPr>
          <a:xfrm>
            <a:off x="5396128"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34" name="Google Shape;234;p40"/>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ive Landscape">
  <p:cSld name="ONE_COLUMN_TEXT">
    <p:bg>
      <p:bgPr>
        <a:solidFill>
          <a:schemeClr val="dk1"/>
        </a:solidFill>
      </p:bgPr>
    </p:bg>
    <p:spTree>
      <p:nvGrpSpPr>
        <p:cNvPr id="235" name="Shape 235"/>
        <p:cNvGrpSpPr/>
        <p:nvPr/>
      </p:nvGrpSpPr>
      <p:grpSpPr>
        <a:xfrm>
          <a:off x="0" y="0"/>
          <a:ext cx="0" cy="0"/>
          <a:chOff x="0" y="0"/>
          <a:chExt cx="0" cy="0"/>
        </a:xfrm>
      </p:grpSpPr>
      <p:sp>
        <p:nvSpPr>
          <p:cNvPr id="236" name="Google Shape;236;p41"/>
          <p:cNvSpPr txBox="1"/>
          <p:nvPr>
            <p:ph idx="1" type="body"/>
          </p:nvPr>
        </p:nvSpPr>
        <p:spPr>
          <a:xfrm>
            <a:off x="791150" y="738025"/>
            <a:ext cx="3918300" cy="2232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Font typeface="Barlow"/>
              <a:buChar char="●"/>
              <a:defRPr sz="1100">
                <a:latin typeface="Barlow"/>
                <a:ea typeface="Barlow"/>
                <a:cs typeface="Barlow"/>
                <a:sym typeface="Barlow"/>
              </a:defRPr>
            </a:lvl1pPr>
            <a:lvl2pPr indent="-298450" lvl="1" marL="914400">
              <a:spcBef>
                <a:spcPts val="0"/>
              </a:spcBef>
              <a:spcAft>
                <a:spcPts val="0"/>
              </a:spcAft>
              <a:buSzPts val="1100"/>
              <a:buFont typeface="Barlow"/>
              <a:buChar char="○"/>
              <a:defRPr sz="1100">
                <a:latin typeface="Barlow"/>
                <a:ea typeface="Barlow"/>
                <a:cs typeface="Barlow"/>
                <a:sym typeface="Barlow"/>
              </a:defRPr>
            </a:lvl2pPr>
            <a:lvl3pPr indent="-298450" lvl="2" marL="1371600">
              <a:spcBef>
                <a:spcPts val="0"/>
              </a:spcBef>
              <a:spcAft>
                <a:spcPts val="0"/>
              </a:spcAft>
              <a:buSzPts val="1100"/>
              <a:buFont typeface="Barlow"/>
              <a:buChar char="■"/>
              <a:defRPr sz="1100">
                <a:latin typeface="Barlow"/>
                <a:ea typeface="Barlow"/>
                <a:cs typeface="Barlow"/>
                <a:sym typeface="Barlow"/>
              </a:defRPr>
            </a:lvl3pPr>
            <a:lvl4pPr indent="-298450" lvl="3" marL="1828800">
              <a:spcBef>
                <a:spcPts val="0"/>
              </a:spcBef>
              <a:spcAft>
                <a:spcPts val="0"/>
              </a:spcAft>
              <a:buSzPts val="1100"/>
              <a:buFont typeface="Barlow"/>
              <a:buChar char="●"/>
              <a:defRPr sz="1100">
                <a:latin typeface="Barlow"/>
                <a:ea typeface="Barlow"/>
                <a:cs typeface="Barlow"/>
                <a:sym typeface="Barlow"/>
              </a:defRPr>
            </a:lvl4pPr>
            <a:lvl5pPr indent="-298450" lvl="4" marL="2286000">
              <a:spcBef>
                <a:spcPts val="0"/>
              </a:spcBef>
              <a:spcAft>
                <a:spcPts val="0"/>
              </a:spcAft>
              <a:buSzPts val="1100"/>
              <a:buFont typeface="Barlow"/>
              <a:buChar char="○"/>
              <a:defRPr>
                <a:latin typeface="Barlow"/>
                <a:ea typeface="Barlow"/>
                <a:cs typeface="Barlow"/>
                <a:sym typeface="Barlow"/>
              </a:defRPr>
            </a:lvl5pPr>
            <a:lvl6pPr indent="-298450" lvl="5" marL="2743200">
              <a:spcBef>
                <a:spcPts val="0"/>
              </a:spcBef>
              <a:spcAft>
                <a:spcPts val="0"/>
              </a:spcAft>
              <a:buSzPts val="1100"/>
              <a:buFont typeface="Barlow"/>
              <a:buChar char="■"/>
              <a:defRPr sz="1100">
                <a:latin typeface="Barlow"/>
                <a:ea typeface="Barlow"/>
                <a:cs typeface="Barlow"/>
                <a:sym typeface="Barlow"/>
              </a:defRPr>
            </a:lvl6pPr>
            <a:lvl7pPr indent="-298450" lvl="6" marL="3200400">
              <a:spcBef>
                <a:spcPts val="0"/>
              </a:spcBef>
              <a:spcAft>
                <a:spcPts val="0"/>
              </a:spcAft>
              <a:buSzPts val="1100"/>
              <a:buFont typeface="Barlow"/>
              <a:buChar char="●"/>
              <a:defRPr sz="1100">
                <a:latin typeface="Barlow"/>
                <a:ea typeface="Barlow"/>
                <a:cs typeface="Barlow"/>
                <a:sym typeface="Barlow"/>
              </a:defRPr>
            </a:lvl7pPr>
            <a:lvl8pPr indent="-298450" lvl="7" marL="3657600">
              <a:spcBef>
                <a:spcPts val="0"/>
              </a:spcBef>
              <a:spcAft>
                <a:spcPts val="0"/>
              </a:spcAft>
              <a:buSzPts val="1100"/>
              <a:buFont typeface="Barlow"/>
              <a:buChar char="○"/>
              <a:defRPr sz="1100">
                <a:latin typeface="Barlow"/>
                <a:ea typeface="Barlow"/>
                <a:cs typeface="Barlow"/>
                <a:sym typeface="Barlow"/>
              </a:defRPr>
            </a:lvl8pPr>
            <a:lvl9pPr indent="-298450" lvl="8" marL="4114800">
              <a:spcBef>
                <a:spcPts val="0"/>
              </a:spcBef>
              <a:spcAft>
                <a:spcPts val="0"/>
              </a:spcAft>
              <a:buSzPts val="1100"/>
              <a:buFont typeface="Barlow"/>
              <a:buChar char="■"/>
              <a:defRPr sz="1100">
                <a:latin typeface="Barlow"/>
                <a:ea typeface="Barlow"/>
                <a:cs typeface="Barlow"/>
                <a:sym typeface="Barlow"/>
              </a:defRPr>
            </a:lvl9pPr>
          </a:lstStyle>
          <a:p/>
        </p:txBody>
      </p:sp>
      <p:sp>
        <p:nvSpPr>
          <p:cNvPr id="237" name="Google Shape;237;p41"/>
          <p:cNvSpPr txBox="1"/>
          <p:nvPr>
            <p:ph idx="2" type="subTitle"/>
          </p:nvPr>
        </p:nvSpPr>
        <p:spPr>
          <a:xfrm>
            <a:off x="791150" y="522625"/>
            <a:ext cx="3918300" cy="2154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38" name="Google Shape;238;p41"/>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Trends + Data">
  <p:cSld name="MAIN_POINT">
    <p:bg>
      <p:bgPr>
        <a:solidFill>
          <a:schemeClr val="dk1"/>
        </a:solidFill>
      </p:bgPr>
    </p:bg>
    <p:spTree>
      <p:nvGrpSpPr>
        <p:cNvPr id="239" name="Shape 239"/>
        <p:cNvGrpSpPr/>
        <p:nvPr/>
      </p:nvGrpSpPr>
      <p:grpSpPr>
        <a:xfrm>
          <a:off x="0" y="0"/>
          <a:ext cx="0" cy="0"/>
          <a:chOff x="0" y="0"/>
          <a:chExt cx="0" cy="0"/>
        </a:xfrm>
      </p:grpSpPr>
      <p:sp>
        <p:nvSpPr>
          <p:cNvPr id="240" name="Google Shape;240;p42"/>
          <p:cNvSpPr txBox="1"/>
          <p:nvPr>
            <p:ph idx="1" type="subTitle"/>
          </p:nvPr>
        </p:nvSpPr>
        <p:spPr>
          <a:xfrm>
            <a:off x="690250" y="415625"/>
            <a:ext cx="1261800" cy="270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atin typeface="Barlow Light"/>
                <a:ea typeface="Barlow Light"/>
                <a:cs typeface="Barlow Light"/>
                <a:sym typeface="Barlow Light"/>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241" name="Google Shape;241;p42"/>
          <p:cNvSpPr txBox="1"/>
          <p:nvPr>
            <p:ph idx="2"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Hepta Slab Light"/>
                <a:ea typeface="Hepta Slab Light"/>
                <a:cs typeface="Hepta Slab Light"/>
                <a:sym typeface="Hepta Slab Light"/>
              </a:defRPr>
            </a:lvl2pPr>
            <a:lvl3pPr lvl="2">
              <a:spcBef>
                <a:spcPts val="0"/>
              </a:spcBef>
              <a:spcAft>
                <a:spcPts val="0"/>
              </a:spcAft>
              <a:buSzPts val="1400"/>
              <a:buNone/>
              <a:defRPr>
                <a:latin typeface="Hepta Slab Light"/>
                <a:ea typeface="Hepta Slab Light"/>
                <a:cs typeface="Hepta Slab Light"/>
                <a:sym typeface="Hepta Slab Light"/>
              </a:defRPr>
            </a:lvl3pPr>
            <a:lvl4pPr lvl="3">
              <a:spcBef>
                <a:spcPts val="0"/>
              </a:spcBef>
              <a:spcAft>
                <a:spcPts val="0"/>
              </a:spcAft>
              <a:buSzPts val="1400"/>
              <a:buNone/>
              <a:defRPr>
                <a:latin typeface="Hepta Slab Light"/>
                <a:ea typeface="Hepta Slab Light"/>
                <a:cs typeface="Hepta Slab Light"/>
                <a:sym typeface="Hepta Slab Light"/>
              </a:defRPr>
            </a:lvl4pPr>
            <a:lvl5pPr lvl="4">
              <a:spcBef>
                <a:spcPts val="0"/>
              </a:spcBef>
              <a:spcAft>
                <a:spcPts val="0"/>
              </a:spcAft>
              <a:buSzPts val="1400"/>
              <a:buNone/>
              <a:defRPr>
                <a:latin typeface="Hepta Slab Light"/>
                <a:ea typeface="Hepta Slab Light"/>
                <a:cs typeface="Hepta Slab Light"/>
                <a:sym typeface="Hepta Slab Light"/>
              </a:defRPr>
            </a:lvl5pPr>
            <a:lvl6pPr lvl="5">
              <a:spcBef>
                <a:spcPts val="0"/>
              </a:spcBef>
              <a:spcAft>
                <a:spcPts val="0"/>
              </a:spcAft>
              <a:buSzPts val="1400"/>
              <a:buNone/>
              <a:defRPr>
                <a:latin typeface="Hepta Slab Light"/>
                <a:ea typeface="Hepta Slab Light"/>
                <a:cs typeface="Hepta Slab Light"/>
                <a:sym typeface="Hepta Slab Light"/>
              </a:defRPr>
            </a:lvl6pPr>
            <a:lvl7pPr lvl="6">
              <a:spcBef>
                <a:spcPts val="0"/>
              </a:spcBef>
              <a:spcAft>
                <a:spcPts val="0"/>
              </a:spcAft>
              <a:buSzPts val="1400"/>
              <a:buNone/>
              <a:defRPr>
                <a:latin typeface="Hepta Slab Light"/>
                <a:ea typeface="Hepta Slab Light"/>
                <a:cs typeface="Hepta Slab Light"/>
                <a:sym typeface="Hepta Slab Light"/>
              </a:defRPr>
            </a:lvl7pPr>
            <a:lvl8pPr lvl="7">
              <a:spcBef>
                <a:spcPts val="0"/>
              </a:spcBef>
              <a:spcAft>
                <a:spcPts val="0"/>
              </a:spcAft>
              <a:buSzPts val="1400"/>
              <a:buNone/>
              <a:defRPr>
                <a:latin typeface="Hepta Slab Light"/>
                <a:ea typeface="Hepta Slab Light"/>
                <a:cs typeface="Hepta Slab Light"/>
                <a:sym typeface="Hepta Slab Light"/>
              </a:defRPr>
            </a:lvl8pPr>
            <a:lvl9pPr lvl="8">
              <a:spcBef>
                <a:spcPts val="0"/>
              </a:spcBef>
              <a:spcAft>
                <a:spcPts val="0"/>
              </a:spcAft>
              <a:buSzPts val="1400"/>
              <a:buNone/>
              <a:defRPr>
                <a:latin typeface="Hepta Slab Light"/>
                <a:ea typeface="Hepta Slab Light"/>
                <a:cs typeface="Hepta Slab Light"/>
                <a:sym typeface="Hepta Slab Light"/>
              </a:defRPr>
            </a:lvl9pPr>
          </a:lstStyle>
          <a:p/>
        </p:txBody>
      </p:sp>
      <p:sp>
        <p:nvSpPr>
          <p:cNvPr id="242" name="Google Shape;242;p42"/>
          <p:cNvSpPr txBox="1"/>
          <p:nvPr>
            <p:ph idx="3" type="body"/>
          </p:nvPr>
        </p:nvSpPr>
        <p:spPr>
          <a:xfrm>
            <a:off x="480425" y="534275"/>
            <a:ext cx="4878300" cy="1917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43" name="Google Shape;243;p42"/>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a:buNone/>
              <a:defRPr sz="1100">
                <a:solidFill>
                  <a:schemeClr val="accent3"/>
                </a:solidFill>
                <a:latin typeface="Barlow"/>
                <a:ea typeface="Barlow"/>
                <a:cs typeface="Barlow"/>
                <a:sym typeface="Barlow"/>
              </a:defRPr>
            </a:lvl1pPr>
            <a:lvl2pPr lvl="1">
              <a:buNone/>
              <a:defRPr sz="1100">
                <a:solidFill>
                  <a:schemeClr val="accent3"/>
                </a:solidFill>
                <a:latin typeface="Barlow"/>
                <a:ea typeface="Barlow"/>
                <a:cs typeface="Barlow"/>
                <a:sym typeface="Barlow"/>
              </a:defRPr>
            </a:lvl2pPr>
            <a:lvl3pPr lvl="2">
              <a:buNone/>
              <a:defRPr sz="1100">
                <a:solidFill>
                  <a:schemeClr val="accent3"/>
                </a:solidFill>
                <a:latin typeface="Barlow"/>
                <a:ea typeface="Barlow"/>
                <a:cs typeface="Barlow"/>
                <a:sym typeface="Barlow"/>
              </a:defRPr>
            </a:lvl3pPr>
            <a:lvl4pPr lvl="3">
              <a:buNone/>
              <a:defRPr sz="1100">
                <a:solidFill>
                  <a:schemeClr val="accent3"/>
                </a:solidFill>
                <a:latin typeface="Barlow"/>
                <a:ea typeface="Barlow"/>
                <a:cs typeface="Barlow"/>
                <a:sym typeface="Barlow"/>
              </a:defRPr>
            </a:lvl4pPr>
            <a:lvl5pPr lvl="4">
              <a:buNone/>
              <a:defRPr sz="1100">
                <a:solidFill>
                  <a:schemeClr val="accent3"/>
                </a:solidFill>
                <a:latin typeface="Barlow"/>
                <a:ea typeface="Barlow"/>
                <a:cs typeface="Barlow"/>
                <a:sym typeface="Barlow"/>
              </a:defRPr>
            </a:lvl5pPr>
            <a:lvl6pPr lvl="5">
              <a:buNone/>
              <a:defRPr sz="1100">
                <a:solidFill>
                  <a:schemeClr val="accent3"/>
                </a:solidFill>
                <a:latin typeface="Barlow"/>
                <a:ea typeface="Barlow"/>
                <a:cs typeface="Barlow"/>
                <a:sym typeface="Barlow"/>
              </a:defRPr>
            </a:lvl6pPr>
            <a:lvl7pPr lvl="6">
              <a:buNone/>
              <a:defRPr sz="1100">
                <a:solidFill>
                  <a:schemeClr val="accent3"/>
                </a:solidFill>
                <a:latin typeface="Barlow"/>
                <a:ea typeface="Barlow"/>
                <a:cs typeface="Barlow"/>
                <a:sym typeface="Barlow"/>
              </a:defRPr>
            </a:lvl7pPr>
            <a:lvl8pPr lvl="7">
              <a:buNone/>
              <a:defRPr sz="1100">
                <a:solidFill>
                  <a:schemeClr val="accent3"/>
                </a:solidFill>
                <a:latin typeface="Barlow"/>
                <a:ea typeface="Barlow"/>
                <a:cs typeface="Barlow"/>
                <a:sym typeface="Barlow"/>
              </a:defRPr>
            </a:lvl8pPr>
            <a:lvl9pPr lvl="8">
              <a:buNone/>
              <a:defRPr sz="1100">
                <a:solidFill>
                  <a:schemeClr val="accent3"/>
                </a:solidFill>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47">
          <p15:clr>
            <a:srgbClr val="E46962"/>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CUSTOM_14">
    <p:bg>
      <p:bgPr>
        <a:solidFill>
          <a:schemeClr val="dk1"/>
        </a:solidFill>
      </p:bgPr>
    </p:bg>
    <p:spTree>
      <p:nvGrpSpPr>
        <p:cNvPr id="244" name="Shape 244"/>
        <p:cNvGrpSpPr/>
        <p:nvPr/>
      </p:nvGrpSpPr>
      <p:grpSpPr>
        <a:xfrm>
          <a:off x="0" y="0"/>
          <a:ext cx="0" cy="0"/>
          <a:chOff x="0" y="0"/>
          <a:chExt cx="0" cy="0"/>
        </a:xfrm>
      </p:grpSpPr>
      <p:sp>
        <p:nvSpPr>
          <p:cNvPr id="245" name="Google Shape;245;p43"/>
          <p:cNvSpPr txBox="1"/>
          <p:nvPr>
            <p:ph type="title"/>
          </p:nvPr>
        </p:nvSpPr>
        <p:spPr>
          <a:xfrm>
            <a:off x="723861" y="1584738"/>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46" name="Google Shape;246;p43"/>
          <p:cNvSpPr txBox="1"/>
          <p:nvPr>
            <p:ph idx="2" type="title"/>
          </p:nvPr>
        </p:nvSpPr>
        <p:spPr>
          <a:xfrm>
            <a:off x="723861" y="2390981"/>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47" name="Google Shape;247;p43"/>
          <p:cNvSpPr txBox="1"/>
          <p:nvPr>
            <p:ph idx="3" type="title"/>
          </p:nvPr>
        </p:nvSpPr>
        <p:spPr>
          <a:xfrm>
            <a:off x="723861" y="3157931"/>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48" name="Google Shape;248;p43"/>
          <p:cNvSpPr txBox="1"/>
          <p:nvPr>
            <p:ph idx="4" type="title"/>
          </p:nvPr>
        </p:nvSpPr>
        <p:spPr>
          <a:xfrm>
            <a:off x="723861" y="3954905"/>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49" name="Google Shape;249;p43"/>
          <p:cNvSpPr txBox="1"/>
          <p:nvPr>
            <p:ph idx="1"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250" name="Google Shape;250;p43"/>
          <p:cNvSpPr txBox="1"/>
          <p:nvPr>
            <p:ph idx="5" type="body"/>
          </p:nvPr>
        </p:nvSpPr>
        <p:spPr>
          <a:xfrm>
            <a:off x="480425" y="610475"/>
            <a:ext cx="4878300" cy="37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317500" lvl="1" marL="9144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2pPr>
            <a:lvl3pPr indent="-311150" lvl="2" marL="1371600">
              <a:spcBef>
                <a:spcPts val="0"/>
              </a:spcBef>
              <a:spcAft>
                <a:spcPts val="0"/>
              </a:spcAft>
              <a:buClr>
                <a:schemeClr val="lt1"/>
              </a:buClr>
              <a:buSzPts val="1300"/>
              <a:buFont typeface="Barlow"/>
              <a:buChar char="■"/>
              <a:defRPr>
                <a:solidFill>
                  <a:schemeClr val="lt1"/>
                </a:solidFill>
                <a:latin typeface="Barlow"/>
                <a:ea typeface="Barlow"/>
                <a:cs typeface="Barlow"/>
                <a:sym typeface="Barlow"/>
              </a:defRPr>
            </a:lvl3pPr>
            <a:lvl4pPr indent="-304800" lvl="3" marL="1828800">
              <a:spcBef>
                <a:spcPts val="0"/>
              </a:spcBef>
              <a:spcAft>
                <a:spcPts val="0"/>
              </a:spcAft>
              <a:buClr>
                <a:schemeClr val="lt1"/>
              </a:buClr>
              <a:buSzPts val="1200"/>
              <a:buFont typeface="Barlow"/>
              <a:buChar char="●"/>
              <a:defRPr>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2100" lvl="5" marL="2743200">
              <a:spcBef>
                <a:spcPts val="0"/>
              </a:spcBef>
              <a:spcAft>
                <a:spcPts val="0"/>
              </a:spcAft>
              <a:buClr>
                <a:schemeClr val="lt1"/>
              </a:buClr>
              <a:buSzPts val="1000"/>
              <a:buFont typeface="Barlow"/>
              <a:buChar char="■"/>
              <a:defRPr>
                <a:solidFill>
                  <a:schemeClr val="lt1"/>
                </a:solidFill>
                <a:latin typeface="Barlow"/>
                <a:ea typeface="Barlow"/>
                <a:cs typeface="Barlow"/>
                <a:sym typeface="Barlow"/>
              </a:defRPr>
            </a:lvl6pPr>
            <a:lvl7pPr indent="-285750" lvl="6" marL="3200400">
              <a:spcBef>
                <a:spcPts val="0"/>
              </a:spcBef>
              <a:spcAft>
                <a:spcPts val="0"/>
              </a:spcAft>
              <a:buClr>
                <a:schemeClr val="lt1"/>
              </a:buClr>
              <a:buSzPts val="900"/>
              <a:buFont typeface="Barlow"/>
              <a:buChar char="●"/>
              <a:defRPr>
                <a:solidFill>
                  <a:schemeClr val="lt1"/>
                </a:solidFill>
                <a:latin typeface="Barlow"/>
                <a:ea typeface="Barlow"/>
                <a:cs typeface="Barlow"/>
                <a:sym typeface="Barlow"/>
              </a:defRPr>
            </a:lvl7pPr>
            <a:lvl8pPr indent="-279400" lvl="7" marL="3657600">
              <a:spcBef>
                <a:spcPts val="0"/>
              </a:spcBef>
              <a:spcAft>
                <a:spcPts val="0"/>
              </a:spcAft>
              <a:buClr>
                <a:schemeClr val="lt1"/>
              </a:buClr>
              <a:buSzPts val="800"/>
              <a:buFont typeface="Barlow"/>
              <a:buChar char="○"/>
              <a:defRPr>
                <a:solidFill>
                  <a:schemeClr val="lt1"/>
                </a:solidFill>
                <a:latin typeface="Barlow"/>
                <a:ea typeface="Barlow"/>
                <a:cs typeface="Barlow"/>
                <a:sym typeface="Barlow"/>
              </a:defRPr>
            </a:lvl8pPr>
            <a:lvl9pPr indent="-273050" lvl="8" marL="4114800">
              <a:spcBef>
                <a:spcPts val="0"/>
              </a:spcBef>
              <a:spcAft>
                <a:spcPts val="0"/>
              </a:spcAft>
              <a:buClr>
                <a:schemeClr val="lt1"/>
              </a:buClr>
              <a:buSzPts val="700"/>
              <a:buFont typeface="Barlow"/>
              <a:buChar char="■"/>
              <a:defRPr>
                <a:solidFill>
                  <a:schemeClr val="lt1"/>
                </a:solidFill>
                <a:latin typeface="Barlow"/>
                <a:ea typeface="Barlow"/>
                <a:cs typeface="Barlow"/>
                <a:sym typeface="Barlow"/>
              </a:defRPr>
            </a:lvl9pPr>
          </a:lstStyle>
          <a:p/>
        </p:txBody>
      </p:sp>
      <p:sp>
        <p:nvSpPr>
          <p:cNvPr id="251" name="Google Shape;251;p43"/>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 Thank You">
  <p:cSld name="CUSTOM_13">
    <p:bg>
      <p:bgPr>
        <a:solidFill>
          <a:schemeClr val="lt1"/>
        </a:solidFill>
      </p:bgPr>
    </p:bg>
    <p:spTree>
      <p:nvGrpSpPr>
        <p:cNvPr id="252" name="Shape 252"/>
        <p:cNvGrpSpPr/>
        <p:nvPr/>
      </p:nvGrpSpPr>
      <p:grpSpPr>
        <a:xfrm>
          <a:off x="0" y="0"/>
          <a:ext cx="0" cy="0"/>
          <a:chOff x="0" y="0"/>
          <a:chExt cx="0" cy="0"/>
        </a:xfrm>
      </p:grpSpPr>
      <p:sp>
        <p:nvSpPr>
          <p:cNvPr id="253" name="Google Shape;253;p44"/>
          <p:cNvSpPr txBox="1"/>
          <p:nvPr>
            <p:ph type="title"/>
          </p:nvPr>
        </p:nvSpPr>
        <p:spPr>
          <a:xfrm>
            <a:off x="455221" y="1321125"/>
            <a:ext cx="5094600" cy="1749900"/>
          </a:xfrm>
          <a:prstGeom prst="rect">
            <a:avLst/>
          </a:prstGeom>
          <a:noFill/>
        </p:spPr>
        <p:txBody>
          <a:bodyPr anchorCtr="0" anchor="t" bIns="91425" lIns="91425" spcFirstLastPara="1" rIns="91425" wrap="square" tIns="91425">
            <a:noAutofit/>
          </a:bodyPr>
          <a:lstStyle>
            <a:lvl1pPr lvl="0">
              <a:spcBef>
                <a:spcPts val="0"/>
              </a:spcBef>
              <a:spcAft>
                <a:spcPts val="0"/>
              </a:spcAft>
              <a:buSzPts val="5400"/>
              <a:buNone/>
              <a:defRPr sz="5400"/>
            </a:lvl1pPr>
            <a:lvl2pPr lvl="1">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2pPr>
            <a:lvl3pPr lvl="2">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3pPr>
            <a:lvl4pPr lvl="3">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4pPr>
            <a:lvl5pPr lvl="4">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5pPr>
            <a:lvl6pPr lvl="5">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6pPr>
            <a:lvl7pPr lvl="6">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7pPr>
            <a:lvl8pPr lvl="7">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8pPr>
            <a:lvl9pPr lvl="8">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9pPr>
          </a:lstStyle>
          <a:p/>
        </p:txBody>
      </p:sp>
      <p:sp>
        <p:nvSpPr>
          <p:cNvPr id="254" name="Google Shape;254;p44"/>
          <p:cNvSpPr txBox="1"/>
          <p:nvPr>
            <p:ph idx="1" type="body"/>
          </p:nvPr>
        </p:nvSpPr>
        <p:spPr>
          <a:xfrm>
            <a:off x="567029" y="4500404"/>
            <a:ext cx="1015800" cy="266100"/>
          </a:xfrm>
          <a:prstGeom prst="rect">
            <a:avLst/>
          </a:prstGeom>
          <a:ln cap="flat" cmpd="sng" w="9525">
            <a:solidFill>
              <a:schemeClr val="dk1"/>
            </a:solidFill>
            <a:prstDash val="solid"/>
            <a:round/>
            <a:headEnd len="sm" w="sm" type="none"/>
            <a:tailEnd len="sm" w="sm" type="none"/>
          </a:ln>
        </p:spPr>
        <p:txBody>
          <a:bodyPr anchorCtr="0" anchor="t" bIns="0" lIns="0" spcFirstLastPara="1" rIns="0" wrap="square" tIns="0">
            <a:spAutoFit/>
          </a:bodyPr>
          <a:lstStyle>
            <a:lvl1pPr indent="-298450" lvl="0" marL="457200">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255" name="Google Shape;255;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TITLE_AND_DESCRIPTION">
    <p:spTree>
      <p:nvGrpSpPr>
        <p:cNvPr id="256" name="Shape 256"/>
        <p:cNvGrpSpPr/>
        <p:nvPr/>
      </p:nvGrpSpPr>
      <p:grpSpPr>
        <a:xfrm>
          <a:off x="0" y="0"/>
          <a:ext cx="0" cy="0"/>
          <a:chOff x="0" y="0"/>
          <a:chExt cx="0" cy="0"/>
        </a:xfrm>
      </p:grpSpPr>
      <p:sp>
        <p:nvSpPr>
          <p:cNvPr id="257" name="Google Shape;257;p45"/>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5"/>
              </a:buClr>
              <a:buSzPts val="3600"/>
              <a:buFont typeface="Hepta Slab Medium"/>
              <a:buNone/>
              <a:defRPr>
                <a:solidFill>
                  <a:schemeClr val="accent5"/>
                </a:solidFill>
                <a:latin typeface="Hepta Slab Medium"/>
                <a:ea typeface="Hepta Slab Medium"/>
                <a:cs typeface="Hepta Slab Medium"/>
                <a:sym typeface="Hepta Slab Medium"/>
              </a:defRPr>
            </a:lvl1pPr>
            <a:lvl2pPr lvl="1"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2pPr>
            <a:lvl3pPr lvl="2"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3pPr>
            <a:lvl4pPr lvl="3"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4pPr>
            <a:lvl5pPr lvl="4"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5pPr>
            <a:lvl6pPr lvl="5"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6pPr>
            <a:lvl7pPr lvl="6"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7pPr>
            <a:lvl8pPr lvl="7"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8pPr>
            <a:lvl9pPr lvl="8"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9pPr>
          </a:lstStyle>
          <a:p/>
        </p:txBody>
      </p:sp>
      <p:sp>
        <p:nvSpPr>
          <p:cNvPr id="258" name="Google Shape;258;p45"/>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12800"/>
              <a:buNone/>
              <a:defRPr sz="12800">
                <a:solidFill>
                  <a:schemeClr val="dk2"/>
                </a:solidFill>
              </a:defRPr>
            </a:lvl1pPr>
            <a:lvl2pPr lvl="1"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2pPr>
            <a:lvl3pPr lvl="2"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3pPr>
            <a:lvl4pPr lvl="3"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4pPr>
            <a:lvl5pPr lvl="4"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5pPr>
            <a:lvl6pPr lvl="5"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6pPr>
            <a:lvl7pPr lvl="6"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7pPr>
            <a:lvl8pPr lvl="7"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8pPr>
            <a:lvl9pPr lvl="8"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9pPr>
          </a:lstStyle>
          <a:p/>
        </p:txBody>
      </p:sp>
      <p:sp>
        <p:nvSpPr>
          <p:cNvPr id="259" name="Google Shape;259;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ize / Pie Graph">
  <p:cSld name="CAPTION_ONLY">
    <p:bg>
      <p:bgPr>
        <a:solidFill>
          <a:schemeClr val="dk1"/>
        </a:solidFill>
      </p:bgPr>
    </p:bg>
    <p:spTree>
      <p:nvGrpSpPr>
        <p:cNvPr id="260" name="Shape 260"/>
        <p:cNvGrpSpPr/>
        <p:nvPr/>
      </p:nvGrpSpPr>
      <p:grpSpPr>
        <a:xfrm>
          <a:off x="0" y="0"/>
          <a:ext cx="0" cy="0"/>
          <a:chOff x="0" y="0"/>
          <a:chExt cx="0" cy="0"/>
        </a:xfrm>
      </p:grpSpPr>
      <p:sp>
        <p:nvSpPr>
          <p:cNvPr id="261" name="Google Shape;261;p46"/>
          <p:cNvSpPr/>
          <p:nvPr/>
        </p:nvSpPr>
        <p:spPr>
          <a:xfrm>
            <a:off x="0" y="0"/>
            <a:ext cx="9144000" cy="1631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46"/>
          <p:cNvSpPr txBox="1"/>
          <p:nvPr>
            <p:ph idx="1" type="subTitle"/>
          </p:nvPr>
        </p:nvSpPr>
        <p:spPr>
          <a:xfrm>
            <a:off x="791150" y="522625"/>
            <a:ext cx="4977300" cy="1108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600"/>
              <a:buFont typeface="Hepta Slab Medium"/>
              <a:buNone/>
              <a:defRPr sz="3600">
                <a:solidFill>
                  <a:schemeClr val="lt1"/>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63" name="Google Shape;263;p46"/>
          <p:cNvSpPr txBox="1"/>
          <p:nvPr>
            <p:ph idx="2" type="body"/>
          </p:nvPr>
        </p:nvSpPr>
        <p:spPr>
          <a:xfrm>
            <a:off x="714950" y="1989025"/>
            <a:ext cx="2792400" cy="28041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Clr>
                <a:schemeClr val="lt1"/>
              </a:buClr>
              <a:buSzPts val="1500"/>
              <a:buChar char="●"/>
              <a:defRPr>
                <a:solidFill>
                  <a:schemeClr val="lt1"/>
                </a:solidFill>
              </a:defRPr>
            </a:lvl1pPr>
            <a:lvl2pPr indent="-323850" lvl="1" marL="914400">
              <a:spcBef>
                <a:spcPts val="0"/>
              </a:spcBef>
              <a:spcAft>
                <a:spcPts val="0"/>
              </a:spcAft>
              <a:buClr>
                <a:schemeClr val="lt1"/>
              </a:buClr>
              <a:buSzPts val="1500"/>
              <a:buChar char="○"/>
              <a:defRPr sz="1500">
                <a:solidFill>
                  <a:schemeClr val="lt1"/>
                </a:solidFill>
              </a:defRPr>
            </a:lvl2pPr>
            <a:lvl3pPr indent="-323850" lvl="2" marL="1371600">
              <a:spcBef>
                <a:spcPts val="0"/>
              </a:spcBef>
              <a:spcAft>
                <a:spcPts val="0"/>
              </a:spcAft>
              <a:buClr>
                <a:schemeClr val="lt1"/>
              </a:buClr>
              <a:buSzPts val="1500"/>
              <a:buChar char="■"/>
              <a:defRPr sz="1500">
                <a:solidFill>
                  <a:schemeClr val="lt1"/>
                </a:solidFill>
              </a:defRPr>
            </a:lvl3pPr>
            <a:lvl4pPr indent="-323850" lvl="3" marL="1828800">
              <a:spcBef>
                <a:spcPts val="0"/>
              </a:spcBef>
              <a:spcAft>
                <a:spcPts val="0"/>
              </a:spcAft>
              <a:buClr>
                <a:schemeClr val="lt1"/>
              </a:buClr>
              <a:buSzPts val="1500"/>
              <a:buChar char="●"/>
              <a:defRPr sz="1500">
                <a:solidFill>
                  <a:schemeClr val="lt1"/>
                </a:solidFill>
              </a:defRPr>
            </a:lvl4pPr>
            <a:lvl5pPr indent="-323850" lvl="4" marL="2286000">
              <a:spcBef>
                <a:spcPts val="0"/>
              </a:spcBef>
              <a:spcAft>
                <a:spcPts val="0"/>
              </a:spcAft>
              <a:buClr>
                <a:schemeClr val="lt1"/>
              </a:buClr>
              <a:buSzPts val="1500"/>
              <a:buChar char="○"/>
              <a:defRPr sz="1500">
                <a:solidFill>
                  <a:schemeClr val="lt1"/>
                </a:solidFill>
              </a:defRPr>
            </a:lvl5pPr>
            <a:lvl6pPr indent="-323850" lvl="5" marL="2743200">
              <a:spcBef>
                <a:spcPts val="0"/>
              </a:spcBef>
              <a:spcAft>
                <a:spcPts val="0"/>
              </a:spcAft>
              <a:buClr>
                <a:schemeClr val="lt1"/>
              </a:buClr>
              <a:buSzPts val="1500"/>
              <a:buChar char="■"/>
              <a:defRPr sz="1500">
                <a:solidFill>
                  <a:schemeClr val="lt1"/>
                </a:solidFill>
              </a:defRPr>
            </a:lvl6pPr>
            <a:lvl7pPr indent="-323850" lvl="6" marL="3200400">
              <a:spcBef>
                <a:spcPts val="0"/>
              </a:spcBef>
              <a:spcAft>
                <a:spcPts val="0"/>
              </a:spcAft>
              <a:buClr>
                <a:schemeClr val="lt1"/>
              </a:buClr>
              <a:buSzPts val="1500"/>
              <a:buChar char="●"/>
              <a:defRPr sz="1500">
                <a:solidFill>
                  <a:schemeClr val="lt1"/>
                </a:solidFill>
              </a:defRPr>
            </a:lvl7pPr>
            <a:lvl8pPr indent="-323850" lvl="7" marL="3657600">
              <a:spcBef>
                <a:spcPts val="0"/>
              </a:spcBef>
              <a:spcAft>
                <a:spcPts val="0"/>
              </a:spcAft>
              <a:buClr>
                <a:schemeClr val="lt1"/>
              </a:buClr>
              <a:buSzPts val="1500"/>
              <a:buChar char="○"/>
              <a:defRPr sz="1500">
                <a:solidFill>
                  <a:schemeClr val="lt1"/>
                </a:solidFill>
              </a:defRPr>
            </a:lvl8pPr>
            <a:lvl9pPr indent="-323850" lvl="8" marL="4114800">
              <a:spcBef>
                <a:spcPts val="0"/>
              </a:spcBef>
              <a:spcAft>
                <a:spcPts val="0"/>
              </a:spcAft>
              <a:buClr>
                <a:schemeClr val="lt1"/>
              </a:buClr>
              <a:buSzPts val="1500"/>
              <a:buChar char="■"/>
              <a:defRPr sz="1500">
                <a:solidFill>
                  <a:schemeClr val="lt1"/>
                </a:solidFill>
              </a:defRPr>
            </a:lvl9pPr>
          </a:lstStyle>
          <a:p/>
        </p:txBody>
      </p:sp>
      <p:sp>
        <p:nvSpPr>
          <p:cNvPr id="264" name="Google Shape;264;p46"/>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a:buNone/>
              <a:defRPr sz="1100">
                <a:solidFill>
                  <a:schemeClr val="dk2"/>
                </a:solidFill>
              </a:defRPr>
            </a:lvl1pPr>
            <a:lvl2pPr lvl="1">
              <a:buNone/>
              <a:defRPr sz="1100">
                <a:solidFill>
                  <a:schemeClr val="dk2"/>
                </a:solidFill>
              </a:defRPr>
            </a:lvl2pPr>
            <a:lvl3pPr lvl="2">
              <a:buNone/>
              <a:defRPr sz="1100">
                <a:solidFill>
                  <a:schemeClr val="dk2"/>
                </a:solidFill>
              </a:defRPr>
            </a:lvl3pPr>
            <a:lvl4pPr lvl="3">
              <a:buNone/>
              <a:defRPr sz="1100">
                <a:solidFill>
                  <a:schemeClr val="dk2"/>
                </a:solidFill>
              </a:defRPr>
            </a:lvl4pPr>
            <a:lvl5pPr lvl="4">
              <a:buNone/>
              <a:defRPr sz="1100">
                <a:solidFill>
                  <a:schemeClr val="dk2"/>
                </a:solidFill>
              </a:defRPr>
            </a:lvl5pPr>
            <a:lvl6pPr lvl="5">
              <a:buNone/>
              <a:defRPr sz="1100">
                <a:solidFill>
                  <a:schemeClr val="dk2"/>
                </a:solidFill>
              </a:defRPr>
            </a:lvl6pPr>
            <a:lvl7pPr lvl="6">
              <a:buNone/>
              <a:defRPr sz="1100">
                <a:solidFill>
                  <a:schemeClr val="dk2"/>
                </a:solidFill>
              </a:defRPr>
            </a:lvl7pPr>
            <a:lvl8pPr lvl="7">
              <a:buNone/>
              <a:defRPr sz="1100">
                <a:solidFill>
                  <a:schemeClr val="dk2"/>
                </a:solidFill>
              </a:defRPr>
            </a:lvl8pPr>
            <a:lvl9pPr lvl="8">
              <a:buNone/>
              <a:defRPr sz="11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65" name="Google Shape;265;p46"/>
          <p:cNvSpPr/>
          <p:nvPr/>
        </p:nvSpPr>
        <p:spPr>
          <a:xfrm>
            <a:off x="4416275" y="1976923"/>
            <a:ext cx="4045200" cy="28713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6"/>
          <p:cNvSpPr/>
          <p:nvPr/>
        </p:nvSpPr>
        <p:spPr>
          <a:xfrm rot="444408">
            <a:off x="5636457" y="2500588"/>
            <a:ext cx="1505663" cy="1505327"/>
          </a:xfrm>
          <a:prstGeom prst="pie">
            <a:avLst>
              <a:gd fmla="val 8241844" name="adj1"/>
              <a:gd fmla="val 12554936" name="adj2"/>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SzPts val="1100"/>
              <a:buNone/>
            </a:pPr>
            <a:r>
              <a:t/>
            </a:r>
            <a:endParaRPr sz="110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ors / 4 column text">
  <p:cSld name="BIG_NUMBER">
    <p:bg>
      <p:bgPr>
        <a:solidFill>
          <a:schemeClr val="dk1"/>
        </a:solidFill>
      </p:bgPr>
    </p:bg>
    <p:spTree>
      <p:nvGrpSpPr>
        <p:cNvPr id="267" name="Shape 267"/>
        <p:cNvGrpSpPr/>
        <p:nvPr/>
      </p:nvGrpSpPr>
      <p:grpSpPr>
        <a:xfrm>
          <a:off x="0" y="0"/>
          <a:ext cx="0" cy="0"/>
          <a:chOff x="0" y="0"/>
          <a:chExt cx="0" cy="0"/>
        </a:xfrm>
      </p:grpSpPr>
      <p:sp>
        <p:nvSpPr>
          <p:cNvPr id="268" name="Google Shape;268;p47"/>
          <p:cNvSpPr/>
          <p:nvPr/>
        </p:nvSpPr>
        <p:spPr>
          <a:xfrm>
            <a:off x="0" y="1324925"/>
            <a:ext cx="4572000" cy="1910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269" name="Google Shape;269;p47"/>
          <p:cNvSpPr/>
          <p:nvPr/>
        </p:nvSpPr>
        <p:spPr>
          <a:xfrm>
            <a:off x="0" y="3235076"/>
            <a:ext cx="4572000" cy="191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dk2"/>
              </a:solidFill>
            </a:endParaRPr>
          </a:p>
        </p:txBody>
      </p:sp>
      <p:sp>
        <p:nvSpPr>
          <p:cNvPr id="270" name="Google Shape;270;p47"/>
          <p:cNvSpPr/>
          <p:nvPr/>
        </p:nvSpPr>
        <p:spPr>
          <a:xfrm>
            <a:off x="4571892" y="3235076"/>
            <a:ext cx="4572000" cy="1914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lt1"/>
              </a:solidFill>
            </a:endParaRPr>
          </a:p>
        </p:txBody>
      </p:sp>
      <p:sp>
        <p:nvSpPr>
          <p:cNvPr id="271" name="Google Shape;271;p47"/>
          <p:cNvSpPr/>
          <p:nvPr/>
        </p:nvSpPr>
        <p:spPr>
          <a:xfrm>
            <a:off x="4571892" y="1324925"/>
            <a:ext cx="4572000" cy="1910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accent5"/>
              </a:solidFill>
            </a:endParaRPr>
          </a:p>
        </p:txBody>
      </p:sp>
      <p:sp>
        <p:nvSpPr>
          <p:cNvPr id="272" name="Google Shape;272;p47"/>
          <p:cNvSpPr txBox="1"/>
          <p:nvPr>
            <p:ph idx="1"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73" name="Google Shape;273;p47"/>
          <p:cNvSpPr txBox="1"/>
          <p:nvPr>
            <p:ph idx="2" type="body"/>
          </p:nvPr>
        </p:nvSpPr>
        <p:spPr>
          <a:xfrm>
            <a:off x="480425" y="610475"/>
            <a:ext cx="4878300" cy="600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74" name="Google Shape;274;p4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a:buNone/>
              <a:defRPr sz="1100">
                <a:solidFill>
                  <a:schemeClr val="dk2"/>
                </a:solidFill>
              </a:defRPr>
            </a:lvl1pPr>
            <a:lvl2pPr lvl="1">
              <a:buNone/>
              <a:defRPr sz="1100">
                <a:solidFill>
                  <a:schemeClr val="dk2"/>
                </a:solidFill>
              </a:defRPr>
            </a:lvl2pPr>
            <a:lvl3pPr lvl="2">
              <a:buNone/>
              <a:defRPr sz="1100">
                <a:solidFill>
                  <a:schemeClr val="dk2"/>
                </a:solidFill>
              </a:defRPr>
            </a:lvl3pPr>
            <a:lvl4pPr lvl="3">
              <a:buNone/>
              <a:defRPr sz="1100">
                <a:solidFill>
                  <a:schemeClr val="dk2"/>
                </a:solidFill>
              </a:defRPr>
            </a:lvl4pPr>
            <a:lvl5pPr lvl="4">
              <a:buNone/>
              <a:defRPr sz="1100">
                <a:solidFill>
                  <a:schemeClr val="dk2"/>
                </a:solidFill>
              </a:defRPr>
            </a:lvl5pPr>
            <a:lvl6pPr lvl="5">
              <a:buNone/>
              <a:defRPr sz="1100">
                <a:solidFill>
                  <a:schemeClr val="dk2"/>
                </a:solidFill>
              </a:defRPr>
            </a:lvl6pPr>
            <a:lvl7pPr lvl="6">
              <a:buNone/>
              <a:defRPr sz="1100">
                <a:solidFill>
                  <a:schemeClr val="dk2"/>
                </a:solidFill>
              </a:defRPr>
            </a:lvl7pPr>
            <a:lvl8pPr lvl="7">
              <a:buNone/>
              <a:defRPr sz="1100">
                <a:solidFill>
                  <a:schemeClr val="dk2"/>
                </a:solidFill>
              </a:defRPr>
            </a:lvl8pPr>
            <a:lvl9pPr lvl="8">
              <a:buNone/>
              <a:defRPr sz="11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blank">
  <p:cSld name="BLANK">
    <p:spTree>
      <p:nvGrpSpPr>
        <p:cNvPr id="275" name="Shape 275"/>
        <p:cNvGrpSpPr/>
        <p:nvPr/>
      </p:nvGrpSpPr>
      <p:grpSpPr>
        <a:xfrm>
          <a:off x="0" y="0"/>
          <a:ext cx="0" cy="0"/>
          <a:chOff x="0" y="0"/>
          <a:chExt cx="0" cy="0"/>
        </a:xfrm>
      </p:grpSpPr>
      <p:sp>
        <p:nvSpPr>
          <p:cNvPr id="276" name="Google Shape;276;p48"/>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277" name="Google Shape;277;p48"/>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1"/>
              </a:buClr>
              <a:buSzPts val="12800"/>
              <a:buNone/>
              <a:defRPr sz="12800">
                <a:solidFill>
                  <a:schemeClr val="accent1"/>
                </a:solidFill>
              </a:defRPr>
            </a:lvl1pPr>
            <a:lvl2pPr lvl="1"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2pPr>
            <a:lvl3pPr lvl="2"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3pPr>
            <a:lvl4pPr lvl="3"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4pPr>
            <a:lvl5pPr lvl="4"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5pPr>
            <a:lvl6pPr lvl="5"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6pPr>
            <a:lvl7pPr lvl="6"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7pPr>
            <a:lvl8pPr lvl="7"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8pPr>
            <a:lvl9pPr lvl="8"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9pPr>
          </a:lstStyle>
          <a:p/>
        </p:txBody>
      </p:sp>
      <p:sp>
        <p:nvSpPr>
          <p:cNvPr id="278" name="Google Shape;278;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1">
    <p:bg>
      <p:bgPr>
        <a:solidFill>
          <a:schemeClr val="dk1"/>
        </a:solidFill>
      </p:bgPr>
    </p:bg>
    <p:spTree>
      <p:nvGrpSpPr>
        <p:cNvPr id="279" name="Shape 279"/>
        <p:cNvGrpSpPr/>
        <p:nvPr/>
      </p:nvGrpSpPr>
      <p:grpSpPr>
        <a:xfrm>
          <a:off x="0" y="0"/>
          <a:ext cx="0" cy="0"/>
          <a:chOff x="0" y="0"/>
          <a:chExt cx="0" cy="0"/>
        </a:xfrm>
      </p:grpSpPr>
      <p:sp>
        <p:nvSpPr>
          <p:cNvPr id="280" name="Google Shape;280;p49"/>
          <p:cNvSpPr/>
          <p:nvPr/>
        </p:nvSpPr>
        <p:spPr>
          <a:xfrm>
            <a:off x="0" y="0"/>
            <a:ext cx="9144000" cy="1631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9"/>
          <p:cNvSpPr txBox="1"/>
          <p:nvPr>
            <p:ph idx="1" type="subTitle"/>
          </p:nvPr>
        </p:nvSpPr>
        <p:spPr>
          <a:xfrm>
            <a:off x="791150" y="522625"/>
            <a:ext cx="5938800" cy="11082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3600"/>
              <a:buFont typeface="Hepta Slab Medium"/>
              <a:buNone/>
              <a:defRPr sz="3600">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82" name="Google Shape;282;p49"/>
          <p:cNvSpPr txBox="1"/>
          <p:nvPr>
            <p:ph idx="2" type="body"/>
          </p:nvPr>
        </p:nvSpPr>
        <p:spPr>
          <a:xfrm>
            <a:off x="810075" y="2065225"/>
            <a:ext cx="7539900" cy="27774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lt1"/>
              </a:buClr>
              <a:buSzPts val="2800"/>
              <a:buChar char="●"/>
              <a:defRPr sz="2800">
                <a:solidFill>
                  <a:schemeClr val="lt1"/>
                </a:solidFill>
              </a:defRPr>
            </a:lvl1pPr>
            <a:lvl2pPr indent="-406400" lvl="1" marL="914400">
              <a:spcBef>
                <a:spcPts val="0"/>
              </a:spcBef>
              <a:spcAft>
                <a:spcPts val="0"/>
              </a:spcAft>
              <a:buClr>
                <a:schemeClr val="lt1"/>
              </a:buClr>
              <a:buSzPts val="2800"/>
              <a:buChar char="○"/>
              <a:defRPr sz="2800">
                <a:solidFill>
                  <a:schemeClr val="lt1"/>
                </a:solidFill>
              </a:defRPr>
            </a:lvl2pPr>
            <a:lvl3pPr indent="-406400" lvl="2" marL="1371600">
              <a:spcBef>
                <a:spcPts val="0"/>
              </a:spcBef>
              <a:spcAft>
                <a:spcPts val="0"/>
              </a:spcAft>
              <a:buClr>
                <a:schemeClr val="lt1"/>
              </a:buClr>
              <a:buSzPts val="2800"/>
              <a:buChar char="■"/>
              <a:defRPr sz="2800">
                <a:solidFill>
                  <a:schemeClr val="lt1"/>
                </a:solidFill>
              </a:defRPr>
            </a:lvl3pPr>
            <a:lvl4pPr indent="-406400" lvl="3" marL="1828800">
              <a:spcBef>
                <a:spcPts val="0"/>
              </a:spcBef>
              <a:spcAft>
                <a:spcPts val="0"/>
              </a:spcAft>
              <a:buClr>
                <a:schemeClr val="lt1"/>
              </a:buClr>
              <a:buSzPts val="2800"/>
              <a:buChar char="●"/>
              <a:defRPr sz="2800">
                <a:solidFill>
                  <a:schemeClr val="lt1"/>
                </a:solidFill>
              </a:defRPr>
            </a:lvl4pPr>
            <a:lvl5pPr indent="-406400" lvl="4" marL="2286000">
              <a:spcBef>
                <a:spcPts val="0"/>
              </a:spcBef>
              <a:spcAft>
                <a:spcPts val="0"/>
              </a:spcAft>
              <a:buClr>
                <a:schemeClr val="lt1"/>
              </a:buClr>
              <a:buSzPts val="2800"/>
              <a:buChar char="○"/>
              <a:defRPr sz="2800">
                <a:solidFill>
                  <a:schemeClr val="lt1"/>
                </a:solidFill>
              </a:defRPr>
            </a:lvl5pPr>
            <a:lvl6pPr indent="-406400" lvl="5" marL="2743200">
              <a:spcBef>
                <a:spcPts val="0"/>
              </a:spcBef>
              <a:spcAft>
                <a:spcPts val="0"/>
              </a:spcAft>
              <a:buClr>
                <a:schemeClr val="lt1"/>
              </a:buClr>
              <a:buSzPts val="2800"/>
              <a:buChar char="■"/>
              <a:defRPr sz="2800">
                <a:solidFill>
                  <a:schemeClr val="lt1"/>
                </a:solidFill>
              </a:defRPr>
            </a:lvl6pPr>
            <a:lvl7pPr indent="-406400" lvl="6" marL="3200400">
              <a:spcBef>
                <a:spcPts val="0"/>
              </a:spcBef>
              <a:spcAft>
                <a:spcPts val="0"/>
              </a:spcAft>
              <a:buClr>
                <a:schemeClr val="lt1"/>
              </a:buClr>
              <a:buSzPts val="2800"/>
              <a:buChar char="●"/>
              <a:defRPr sz="2800">
                <a:solidFill>
                  <a:schemeClr val="lt1"/>
                </a:solidFill>
              </a:defRPr>
            </a:lvl7pPr>
            <a:lvl8pPr indent="-406400" lvl="7" marL="3657600">
              <a:spcBef>
                <a:spcPts val="0"/>
              </a:spcBef>
              <a:spcAft>
                <a:spcPts val="0"/>
              </a:spcAft>
              <a:buClr>
                <a:schemeClr val="lt1"/>
              </a:buClr>
              <a:buSzPts val="2800"/>
              <a:buChar char="○"/>
              <a:defRPr sz="2800">
                <a:solidFill>
                  <a:schemeClr val="lt1"/>
                </a:solidFill>
              </a:defRPr>
            </a:lvl8pPr>
            <a:lvl9pPr indent="-406400" lvl="8" marL="4114800">
              <a:spcBef>
                <a:spcPts val="0"/>
              </a:spcBef>
              <a:spcAft>
                <a:spcPts val="0"/>
              </a:spcAft>
              <a:buClr>
                <a:schemeClr val="lt1"/>
              </a:buClr>
              <a:buSzPts val="2800"/>
              <a:buChar char="■"/>
              <a:defRPr sz="2800">
                <a:solidFill>
                  <a:schemeClr val="lt1"/>
                </a:solidFill>
              </a:defRPr>
            </a:lvl9pPr>
          </a:lstStyle>
          <a:p/>
        </p:txBody>
      </p:sp>
      <p:sp>
        <p:nvSpPr>
          <p:cNvPr id="283" name="Google Shape;283;p49"/>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a:buNone/>
              <a:defRPr sz="1100">
                <a:solidFill>
                  <a:schemeClr val="accent1"/>
                </a:solidFill>
              </a:defRPr>
            </a:lvl1pPr>
            <a:lvl2pPr lvl="1">
              <a:buNone/>
              <a:defRPr sz="1100">
                <a:solidFill>
                  <a:schemeClr val="accent1"/>
                </a:solidFill>
              </a:defRPr>
            </a:lvl2pPr>
            <a:lvl3pPr lvl="2">
              <a:buNone/>
              <a:defRPr sz="1100">
                <a:solidFill>
                  <a:schemeClr val="accent1"/>
                </a:solidFill>
              </a:defRPr>
            </a:lvl3pPr>
            <a:lvl4pPr lvl="3">
              <a:buNone/>
              <a:defRPr sz="1100">
                <a:solidFill>
                  <a:schemeClr val="accent1"/>
                </a:solidFill>
              </a:defRPr>
            </a:lvl4pPr>
            <a:lvl5pPr lvl="4">
              <a:buNone/>
              <a:defRPr sz="1100">
                <a:solidFill>
                  <a:schemeClr val="accent1"/>
                </a:solidFill>
              </a:defRPr>
            </a:lvl5pPr>
            <a:lvl6pPr lvl="5">
              <a:buNone/>
              <a:defRPr sz="1100">
                <a:solidFill>
                  <a:schemeClr val="accent1"/>
                </a:solidFill>
              </a:defRPr>
            </a:lvl6pPr>
            <a:lvl7pPr lvl="6">
              <a:buNone/>
              <a:defRPr sz="1100">
                <a:solidFill>
                  <a:schemeClr val="accent1"/>
                </a:solidFill>
              </a:defRPr>
            </a:lvl7pPr>
            <a:lvl8pPr lvl="7">
              <a:buNone/>
              <a:defRPr sz="1100">
                <a:solidFill>
                  <a:schemeClr val="accent1"/>
                </a:solidFill>
              </a:defRPr>
            </a:lvl8pPr>
            <a:lvl9pPr lvl="8">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ackground Image + Text">
  <p:cSld name="CUSTOM">
    <p:spTree>
      <p:nvGrpSpPr>
        <p:cNvPr id="284" name="Shape 284"/>
        <p:cNvGrpSpPr/>
        <p:nvPr/>
      </p:nvGrpSpPr>
      <p:grpSpPr>
        <a:xfrm>
          <a:off x="0" y="0"/>
          <a:ext cx="0" cy="0"/>
          <a:chOff x="0" y="0"/>
          <a:chExt cx="0" cy="0"/>
        </a:xfrm>
      </p:grpSpPr>
      <p:sp>
        <p:nvSpPr>
          <p:cNvPr id="285" name="Google Shape;285;p50"/>
          <p:cNvSpPr/>
          <p:nvPr>
            <p:ph idx="2" type="pic"/>
          </p:nvPr>
        </p:nvSpPr>
        <p:spPr>
          <a:xfrm>
            <a:off x="0" y="0"/>
            <a:ext cx="9144000" cy="5143500"/>
          </a:xfrm>
          <a:prstGeom prst="rect">
            <a:avLst/>
          </a:prstGeom>
          <a:noFill/>
          <a:ln>
            <a:noFill/>
          </a:ln>
        </p:spPr>
      </p:sp>
      <p:sp>
        <p:nvSpPr>
          <p:cNvPr id="286" name="Google Shape;286;p50"/>
          <p:cNvSpPr txBox="1"/>
          <p:nvPr>
            <p:ph idx="1" type="body"/>
          </p:nvPr>
        </p:nvSpPr>
        <p:spPr>
          <a:xfrm>
            <a:off x="4655675" y="956675"/>
            <a:ext cx="3965400" cy="775200"/>
          </a:xfrm>
          <a:prstGeom prst="rect">
            <a:avLst/>
          </a:prstGeom>
          <a:solidFill>
            <a:schemeClr val="lt1"/>
          </a:solidFill>
        </p:spPr>
        <p:txBody>
          <a:bodyPr anchorCtr="0" anchor="t" bIns="274300" lIns="274300" spcFirstLastPara="1" rIns="274300" wrap="square" tIns="0">
            <a:noAutofit/>
          </a:bodyPr>
          <a:lstStyle>
            <a:lvl1pPr indent="-298450" lvl="0" marL="457200">
              <a:spcBef>
                <a:spcPts val="0"/>
              </a:spcBef>
              <a:spcAft>
                <a:spcPts val="0"/>
              </a:spcAft>
              <a:buClr>
                <a:schemeClr val="dk1"/>
              </a:buClr>
              <a:buSzPts val="1100"/>
              <a:buFont typeface="Barlow"/>
              <a:buChar char="●"/>
              <a:defRPr sz="1100">
                <a:latin typeface="Barlow"/>
                <a:ea typeface="Barlow"/>
                <a:cs typeface="Barlow"/>
                <a:sym typeface="Barlow"/>
              </a:defRPr>
            </a:lvl1pPr>
            <a:lvl2pPr indent="-298450" lvl="1" marL="914400">
              <a:spcBef>
                <a:spcPts val="0"/>
              </a:spcBef>
              <a:spcAft>
                <a:spcPts val="0"/>
              </a:spcAft>
              <a:buClr>
                <a:schemeClr val="dk1"/>
              </a:buClr>
              <a:buSzPts val="1100"/>
              <a:buFont typeface="Barlow"/>
              <a:buChar char="○"/>
              <a:defRPr sz="1100">
                <a:latin typeface="Barlow"/>
                <a:ea typeface="Barlow"/>
                <a:cs typeface="Barlow"/>
                <a:sym typeface="Barlow"/>
              </a:defRPr>
            </a:lvl2pPr>
            <a:lvl3pPr indent="-298450" lvl="2" marL="1371600">
              <a:spcBef>
                <a:spcPts val="0"/>
              </a:spcBef>
              <a:spcAft>
                <a:spcPts val="0"/>
              </a:spcAft>
              <a:buClr>
                <a:schemeClr val="dk1"/>
              </a:buClr>
              <a:buSzPts val="1100"/>
              <a:buFont typeface="Barlow"/>
              <a:buChar char="■"/>
              <a:defRPr sz="1100">
                <a:latin typeface="Barlow"/>
                <a:ea typeface="Barlow"/>
                <a:cs typeface="Barlow"/>
                <a:sym typeface="Barlow"/>
              </a:defRPr>
            </a:lvl3pPr>
            <a:lvl4pPr indent="-298450" lvl="3" marL="1828800">
              <a:spcBef>
                <a:spcPts val="0"/>
              </a:spcBef>
              <a:spcAft>
                <a:spcPts val="0"/>
              </a:spcAft>
              <a:buClr>
                <a:schemeClr val="dk1"/>
              </a:buClr>
              <a:buSzPts val="1100"/>
              <a:buFont typeface="Barlow"/>
              <a:buChar char="●"/>
              <a:defRPr sz="1100">
                <a:latin typeface="Barlow"/>
                <a:ea typeface="Barlow"/>
                <a:cs typeface="Barlow"/>
                <a:sym typeface="Barlow"/>
              </a:defRPr>
            </a:lvl4pPr>
            <a:lvl5pPr indent="-298450" lvl="4" marL="2286000">
              <a:spcBef>
                <a:spcPts val="0"/>
              </a:spcBef>
              <a:spcAft>
                <a:spcPts val="0"/>
              </a:spcAft>
              <a:buClr>
                <a:schemeClr val="dk1"/>
              </a:buClr>
              <a:buSzPts val="1100"/>
              <a:buFont typeface="Barlow"/>
              <a:buChar char="○"/>
              <a:defRPr>
                <a:latin typeface="Barlow"/>
                <a:ea typeface="Barlow"/>
                <a:cs typeface="Barlow"/>
                <a:sym typeface="Barlow"/>
              </a:defRPr>
            </a:lvl5pPr>
            <a:lvl6pPr indent="-298450" lvl="5" marL="2743200">
              <a:spcBef>
                <a:spcPts val="0"/>
              </a:spcBef>
              <a:spcAft>
                <a:spcPts val="0"/>
              </a:spcAft>
              <a:buClr>
                <a:schemeClr val="dk1"/>
              </a:buClr>
              <a:buSzPts val="1100"/>
              <a:buFont typeface="Barlow"/>
              <a:buChar char="■"/>
              <a:defRPr sz="1100">
                <a:latin typeface="Barlow"/>
                <a:ea typeface="Barlow"/>
                <a:cs typeface="Barlow"/>
                <a:sym typeface="Barlow"/>
              </a:defRPr>
            </a:lvl6pPr>
            <a:lvl7pPr indent="-298450" lvl="6" marL="3200400">
              <a:spcBef>
                <a:spcPts val="0"/>
              </a:spcBef>
              <a:spcAft>
                <a:spcPts val="0"/>
              </a:spcAft>
              <a:buClr>
                <a:schemeClr val="dk1"/>
              </a:buClr>
              <a:buSzPts val="1100"/>
              <a:buFont typeface="Barlow"/>
              <a:buChar char="●"/>
              <a:defRPr sz="1100">
                <a:latin typeface="Barlow"/>
                <a:ea typeface="Barlow"/>
                <a:cs typeface="Barlow"/>
                <a:sym typeface="Barlow"/>
              </a:defRPr>
            </a:lvl7pPr>
            <a:lvl8pPr indent="-298450" lvl="7" marL="3657600">
              <a:spcBef>
                <a:spcPts val="0"/>
              </a:spcBef>
              <a:spcAft>
                <a:spcPts val="0"/>
              </a:spcAft>
              <a:buClr>
                <a:schemeClr val="dk1"/>
              </a:buClr>
              <a:buSzPts val="1100"/>
              <a:buFont typeface="Barlow"/>
              <a:buChar char="○"/>
              <a:defRPr sz="1100">
                <a:latin typeface="Barlow"/>
                <a:ea typeface="Barlow"/>
                <a:cs typeface="Barlow"/>
                <a:sym typeface="Barlow"/>
              </a:defRPr>
            </a:lvl8pPr>
            <a:lvl9pPr indent="-298450" lvl="8" marL="4114800">
              <a:spcBef>
                <a:spcPts val="0"/>
              </a:spcBef>
              <a:spcAft>
                <a:spcPts val="0"/>
              </a:spcAft>
              <a:buClr>
                <a:schemeClr val="dk1"/>
              </a:buClr>
              <a:buSzPts val="1100"/>
              <a:buFont typeface="Barlow"/>
              <a:buChar char="■"/>
              <a:defRPr sz="1100">
                <a:latin typeface="Barlow"/>
                <a:ea typeface="Barlow"/>
                <a:cs typeface="Barlow"/>
                <a:sym typeface="Barlow"/>
              </a:defRPr>
            </a:lvl9pPr>
          </a:lstStyle>
          <a:p/>
        </p:txBody>
      </p:sp>
      <p:sp>
        <p:nvSpPr>
          <p:cNvPr id="287" name="Google Shape;287;p50"/>
          <p:cNvSpPr txBox="1"/>
          <p:nvPr>
            <p:ph idx="3" type="subTitle"/>
          </p:nvPr>
        </p:nvSpPr>
        <p:spPr>
          <a:xfrm>
            <a:off x="4655675" y="522900"/>
            <a:ext cx="3965400" cy="442800"/>
          </a:xfrm>
          <a:prstGeom prst="rect">
            <a:avLst/>
          </a:prstGeom>
          <a:solidFill>
            <a:schemeClr val="lt1"/>
          </a:solidFill>
        </p:spPr>
        <p:txBody>
          <a:bodyPr anchorCtr="0" anchor="b" bIns="0" lIns="274300" spcFirstLastPara="1" rIns="274300" wrap="square" tIns="27430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88" name="Google Shape;288;p50"/>
          <p:cNvSpPr txBox="1"/>
          <p:nvPr>
            <p:ph idx="4" type="body"/>
          </p:nvPr>
        </p:nvSpPr>
        <p:spPr>
          <a:xfrm>
            <a:off x="524350" y="4144800"/>
            <a:ext cx="1558800" cy="475800"/>
          </a:xfrm>
          <a:prstGeom prst="rect">
            <a:avLst/>
          </a:prstGeom>
          <a:solidFill>
            <a:schemeClr val="lt1"/>
          </a:solidFill>
        </p:spPr>
        <p:txBody>
          <a:bodyPr anchorCtr="0" anchor="t" bIns="137150" lIns="137150" spcFirstLastPara="1" rIns="137150" wrap="square" tIns="137150">
            <a:noAutofit/>
          </a:bodyPr>
          <a:lstStyle>
            <a:lvl1pPr indent="-273050" lvl="0" marL="457200">
              <a:spcBef>
                <a:spcPts val="0"/>
              </a:spcBef>
              <a:spcAft>
                <a:spcPts val="0"/>
              </a:spcAft>
              <a:buClr>
                <a:schemeClr val="dk1"/>
              </a:buClr>
              <a:buSzPts val="700"/>
              <a:buFont typeface="Barlow"/>
              <a:buChar char="●"/>
              <a:defRPr sz="700">
                <a:latin typeface="Barlow"/>
                <a:ea typeface="Barlow"/>
                <a:cs typeface="Barlow"/>
                <a:sym typeface="Barlow"/>
              </a:defRPr>
            </a:lvl1pPr>
            <a:lvl2pPr indent="-273050" lvl="1" marL="914400">
              <a:spcBef>
                <a:spcPts val="0"/>
              </a:spcBef>
              <a:spcAft>
                <a:spcPts val="0"/>
              </a:spcAft>
              <a:buClr>
                <a:schemeClr val="dk1"/>
              </a:buClr>
              <a:buSzPts val="700"/>
              <a:buFont typeface="Barlow"/>
              <a:buChar char="○"/>
              <a:defRPr sz="700">
                <a:latin typeface="Barlow"/>
                <a:ea typeface="Barlow"/>
                <a:cs typeface="Barlow"/>
                <a:sym typeface="Barlow"/>
              </a:defRPr>
            </a:lvl2pPr>
            <a:lvl3pPr indent="-273050" lvl="2" marL="1371600">
              <a:spcBef>
                <a:spcPts val="0"/>
              </a:spcBef>
              <a:spcAft>
                <a:spcPts val="0"/>
              </a:spcAft>
              <a:buClr>
                <a:schemeClr val="dk1"/>
              </a:buClr>
              <a:buSzPts val="700"/>
              <a:buFont typeface="Barlow"/>
              <a:buChar char="■"/>
              <a:defRPr sz="700">
                <a:latin typeface="Barlow"/>
                <a:ea typeface="Barlow"/>
                <a:cs typeface="Barlow"/>
                <a:sym typeface="Barlow"/>
              </a:defRPr>
            </a:lvl3pPr>
            <a:lvl4pPr indent="-273050" lvl="3" marL="1828800">
              <a:spcBef>
                <a:spcPts val="0"/>
              </a:spcBef>
              <a:spcAft>
                <a:spcPts val="0"/>
              </a:spcAft>
              <a:buClr>
                <a:schemeClr val="dk1"/>
              </a:buClr>
              <a:buSzPts val="700"/>
              <a:buFont typeface="Barlow"/>
              <a:buChar char="●"/>
              <a:defRPr sz="700">
                <a:latin typeface="Barlow"/>
                <a:ea typeface="Barlow"/>
                <a:cs typeface="Barlow"/>
                <a:sym typeface="Barlow"/>
              </a:defRPr>
            </a:lvl4pPr>
            <a:lvl5pPr indent="-273050" lvl="4" marL="2286000">
              <a:spcBef>
                <a:spcPts val="0"/>
              </a:spcBef>
              <a:spcAft>
                <a:spcPts val="0"/>
              </a:spcAft>
              <a:buClr>
                <a:schemeClr val="dk1"/>
              </a:buClr>
              <a:buSzPts val="700"/>
              <a:buFont typeface="Barlow"/>
              <a:buChar char="○"/>
              <a:defRPr sz="700">
                <a:latin typeface="Barlow"/>
                <a:ea typeface="Barlow"/>
                <a:cs typeface="Barlow"/>
                <a:sym typeface="Barlow"/>
              </a:defRPr>
            </a:lvl5pPr>
            <a:lvl6pPr indent="-273050" lvl="5" marL="2743200">
              <a:spcBef>
                <a:spcPts val="0"/>
              </a:spcBef>
              <a:spcAft>
                <a:spcPts val="0"/>
              </a:spcAft>
              <a:buClr>
                <a:schemeClr val="dk1"/>
              </a:buClr>
              <a:buSzPts val="700"/>
              <a:buFont typeface="Barlow"/>
              <a:buChar char="■"/>
              <a:defRPr sz="700">
                <a:latin typeface="Barlow"/>
                <a:ea typeface="Barlow"/>
                <a:cs typeface="Barlow"/>
                <a:sym typeface="Barlow"/>
              </a:defRPr>
            </a:lvl6pPr>
            <a:lvl7pPr indent="-273050" lvl="6" marL="3200400">
              <a:spcBef>
                <a:spcPts val="0"/>
              </a:spcBef>
              <a:spcAft>
                <a:spcPts val="0"/>
              </a:spcAft>
              <a:buClr>
                <a:schemeClr val="dk1"/>
              </a:buClr>
              <a:buSzPts val="700"/>
              <a:buFont typeface="Barlow"/>
              <a:buChar char="●"/>
              <a:defRPr sz="700">
                <a:latin typeface="Barlow"/>
                <a:ea typeface="Barlow"/>
                <a:cs typeface="Barlow"/>
                <a:sym typeface="Barlow"/>
              </a:defRPr>
            </a:lvl7pPr>
            <a:lvl8pPr indent="-273050" lvl="7" marL="3657600">
              <a:spcBef>
                <a:spcPts val="0"/>
              </a:spcBef>
              <a:spcAft>
                <a:spcPts val="0"/>
              </a:spcAft>
              <a:buClr>
                <a:schemeClr val="dk1"/>
              </a:buClr>
              <a:buSzPts val="700"/>
              <a:buFont typeface="Barlow"/>
              <a:buChar char="○"/>
              <a:defRPr sz="700">
                <a:latin typeface="Barlow"/>
                <a:ea typeface="Barlow"/>
                <a:cs typeface="Barlow"/>
                <a:sym typeface="Barlow"/>
              </a:defRPr>
            </a:lvl8pPr>
            <a:lvl9pPr indent="-273050" lvl="8" marL="4114800">
              <a:spcBef>
                <a:spcPts val="0"/>
              </a:spcBef>
              <a:spcAft>
                <a:spcPts val="0"/>
              </a:spcAft>
              <a:buClr>
                <a:schemeClr val="dk1"/>
              </a:buClr>
              <a:buSzPts val="700"/>
              <a:buFont typeface="Barlow"/>
              <a:buChar char="■"/>
              <a:defRPr sz="700">
                <a:latin typeface="Barlow"/>
                <a:ea typeface="Barlow"/>
                <a:cs typeface="Barlow"/>
                <a:sym typeface="Barlow"/>
              </a:defRPr>
            </a:lvl9pPr>
          </a:lstStyle>
          <a:p/>
        </p:txBody>
      </p:sp>
      <p:sp>
        <p:nvSpPr>
          <p:cNvPr id="289" name="Google Shape;289;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a:ea typeface="Barlow"/>
                <a:cs typeface="Barlow"/>
                <a:sym typeface="Barlow"/>
              </a:defRPr>
            </a:lvl1pPr>
            <a:lvl2pPr lvl="1">
              <a:buNone/>
              <a:defRPr>
                <a:latin typeface="Barlow"/>
                <a:ea typeface="Barlow"/>
                <a:cs typeface="Barlow"/>
                <a:sym typeface="Barlow"/>
              </a:defRPr>
            </a:lvl2pPr>
            <a:lvl3pPr lvl="2">
              <a:buNone/>
              <a:defRPr>
                <a:latin typeface="Barlow"/>
                <a:ea typeface="Barlow"/>
                <a:cs typeface="Barlow"/>
                <a:sym typeface="Barlow"/>
              </a:defRPr>
            </a:lvl3pPr>
            <a:lvl4pPr lvl="3">
              <a:buNone/>
              <a:defRPr>
                <a:latin typeface="Barlow"/>
                <a:ea typeface="Barlow"/>
                <a:cs typeface="Barlow"/>
                <a:sym typeface="Barlow"/>
              </a:defRPr>
            </a:lvl4pPr>
            <a:lvl5pPr lvl="4">
              <a:buNone/>
              <a:defRPr>
                <a:latin typeface="Barlow"/>
                <a:ea typeface="Barlow"/>
                <a:cs typeface="Barlow"/>
                <a:sym typeface="Barlow"/>
              </a:defRPr>
            </a:lvl5pPr>
            <a:lvl6pPr lvl="5">
              <a:buNone/>
              <a:defRPr>
                <a:latin typeface="Barlow"/>
                <a:ea typeface="Barlow"/>
                <a:cs typeface="Barlow"/>
                <a:sym typeface="Barlow"/>
              </a:defRPr>
            </a:lvl6pPr>
            <a:lvl7pPr lvl="6">
              <a:buNone/>
              <a:defRPr>
                <a:latin typeface="Barlow"/>
                <a:ea typeface="Barlow"/>
                <a:cs typeface="Barlow"/>
                <a:sym typeface="Barlow"/>
              </a:defRPr>
            </a:lvl7pPr>
            <a:lvl8pPr lvl="7">
              <a:buNone/>
              <a:defRPr>
                <a:latin typeface="Barlow"/>
                <a:ea typeface="Barlow"/>
                <a:cs typeface="Barlow"/>
                <a:sym typeface="Barlow"/>
              </a:defRPr>
            </a:lvl8pPr>
            <a:lvl9pPr lvl="8">
              <a:buNone/>
              <a:defRPr>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
  <p:cSld name="CUSTOM_1">
    <p:bg>
      <p:bgPr>
        <a:solidFill>
          <a:schemeClr val="lt2"/>
        </a:solidFill>
      </p:bgPr>
    </p:bg>
    <p:spTree>
      <p:nvGrpSpPr>
        <p:cNvPr id="290" name="Shape 290"/>
        <p:cNvGrpSpPr/>
        <p:nvPr/>
      </p:nvGrpSpPr>
      <p:grpSpPr>
        <a:xfrm>
          <a:off x="0" y="0"/>
          <a:ext cx="0" cy="0"/>
          <a:chOff x="0" y="0"/>
          <a:chExt cx="0" cy="0"/>
        </a:xfrm>
      </p:grpSpPr>
      <p:sp>
        <p:nvSpPr>
          <p:cNvPr id="291" name="Google Shape;291;p51"/>
          <p:cNvSpPr/>
          <p:nvPr>
            <p:ph idx="2" type="pic"/>
          </p:nvPr>
        </p:nvSpPr>
        <p:spPr>
          <a:xfrm>
            <a:off x="5485725" y="523025"/>
            <a:ext cx="3135300" cy="4097700"/>
          </a:xfrm>
          <a:prstGeom prst="roundRect">
            <a:avLst>
              <a:gd fmla="val 16667" name="adj"/>
            </a:avLst>
          </a:prstGeom>
          <a:noFill/>
          <a:ln>
            <a:noFill/>
          </a:ln>
        </p:spPr>
      </p:sp>
      <p:sp>
        <p:nvSpPr>
          <p:cNvPr id="292" name="Google Shape;292;p51"/>
          <p:cNvSpPr txBox="1"/>
          <p:nvPr>
            <p:ph type="title"/>
          </p:nvPr>
        </p:nvSpPr>
        <p:spPr>
          <a:xfrm>
            <a:off x="591441" y="391675"/>
            <a:ext cx="4397400" cy="3178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93" name="Google Shape;293;p51"/>
          <p:cNvSpPr txBox="1"/>
          <p:nvPr>
            <p:ph idx="1" type="body"/>
          </p:nvPr>
        </p:nvSpPr>
        <p:spPr>
          <a:xfrm>
            <a:off x="638750" y="4413181"/>
            <a:ext cx="5537100" cy="310500"/>
          </a:xfrm>
          <a:prstGeom prst="rect">
            <a:avLst/>
          </a:prstGeom>
        </p:spPr>
        <p:txBody>
          <a:bodyPr anchorCtr="0" anchor="b" bIns="91425" lIns="91425" spcFirstLastPara="1" rIns="91425" wrap="square" tIns="91425">
            <a:noAutofit/>
          </a:bodyPr>
          <a:lstStyle>
            <a:lvl1pPr indent="-298450" lvl="0" marL="4572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1pPr>
            <a:lvl2pPr indent="-298450" lvl="1" marL="9144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2pPr>
            <a:lvl3pPr indent="-298450" lvl="2" marL="13716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3pPr>
            <a:lvl4pPr indent="-298450" lvl="3" marL="18288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4pPr>
            <a:lvl5pPr indent="-298450" lvl="4" marL="2286000">
              <a:spcBef>
                <a:spcPts val="0"/>
              </a:spcBef>
              <a:spcAft>
                <a:spcPts val="0"/>
              </a:spcAft>
              <a:buClr>
                <a:schemeClr val="lt1"/>
              </a:buClr>
              <a:buSzPts val="1100"/>
              <a:buFont typeface="Barlow Medium"/>
              <a:buChar char="○"/>
              <a:defRPr>
                <a:solidFill>
                  <a:schemeClr val="lt1"/>
                </a:solidFill>
                <a:latin typeface="Barlow Medium"/>
                <a:ea typeface="Barlow Medium"/>
                <a:cs typeface="Barlow Medium"/>
                <a:sym typeface="Barlow Medium"/>
              </a:defRPr>
            </a:lvl5pPr>
            <a:lvl6pPr indent="-298450" lvl="5" marL="27432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6pPr>
            <a:lvl7pPr indent="-298450" lvl="6" marL="32004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7pPr>
            <a:lvl8pPr indent="-298450" lvl="7" marL="36576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8pPr>
            <a:lvl9pPr indent="-298450" lvl="8" marL="41148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9pPr>
          </a:lstStyle>
          <a:p/>
        </p:txBody>
      </p:sp>
      <p:sp>
        <p:nvSpPr>
          <p:cNvPr id="294" name="Google Shape;294;p51"/>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a:buNone/>
              <a:defRPr sz="1100">
                <a:solidFill>
                  <a:schemeClr val="accent1"/>
                </a:solidFill>
              </a:defRPr>
            </a:lvl1pPr>
            <a:lvl2pPr lvl="1">
              <a:buNone/>
              <a:defRPr sz="1100">
                <a:solidFill>
                  <a:schemeClr val="accent1"/>
                </a:solidFill>
              </a:defRPr>
            </a:lvl2pPr>
            <a:lvl3pPr lvl="2">
              <a:buNone/>
              <a:defRPr sz="1100">
                <a:solidFill>
                  <a:schemeClr val="accent1"/>
                </a:solidFill>
              </a:defRPr>
            </a:lvl3pPr>
            <a:lvl4pPr lvl="3">
              <a:buNone/>
              <a:defRPr sz="1100">
                <a:solidFill>
                  <a:schemeClr val="accent1"/>
                </a:solidFill>
              </a:defRPr>
            </a:lvl4pPr>
            <a:lvl5pPr lvl="4">
              <a:buNone/>
              <a:defRPr sz="1100">
                <a:solidFill>
                  <a:schemeClr val="accent1"/>
                </a:solidFill>
              </a:defRPr>
            </a:lvl5pPr>
            <a:lvl6pPr lvl="5">
              <a:buNone/>
              <a:defRPr sz="1100">
                <a:solidFill>
                  <a:schemeClr val="accent1"/>
                </a:solidFill>
              </a:defRPr>
            </a:lvl6pPr>
            <a:lvl7pPr lvl="6">
              <a:buNone/>
              <a:defRPr sz="1100">
                <a:solidFill>
                  <a:schemeClr val="accent1"/>
                </a:solidFill>
              </a:defRPr>
            </a:lvl7pPr>
            <a:lvl8pPr lvl="7">
              <a:buNone/>
              <a:defRPr sz="1100">
                <a:solidFill>
                  <a:schemeClr val="accent1"/>
                </a:solidFill>
              </a:defRPr>
            </a:lvl8pPr>
            <a:lvl9pPr lvl="8">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 5 Images">
  <p:cSld name="CUSTOM_2">
    <p:bg>
      <p:bgPr>
        <a:solidFill>
          <a:schemeClr val="dk1"/>
        </a:solidFill>
      </p:bgPr>
    </p:bg>
    <p:spTree>
      <p:nvGrpSpPr>
        <p:cNvPr id="295" name="Shape 295"/>
        <p:cNvGrpSpPr/>
        <p:nvPr/>
      </p:nvGrpSpPr>
      <p:grpSpPr>
        <a:xfrm>
          <a:off x="0" y="0"/>
          <a:ext cx="0" cy="0"/>
          <a:chOff x="0" y="0"/>
          <a:chExt cx="0" cy="0"/>
        </a:xfrm>
      </p:grpSpPr>
      <p:sp>
        <p:nvSpPr>
          <p:cNvPr id="296" name="Google Shape;296;p52"/>
          <p:cNvSpPr txBox="1"/>
          <p:nvPr>
            <p:ph idx="1" type="body"/>
          </p:nvPr>
        </p:nvSpPr>
        <p:spPr>
          <a:xfrm>
            <a:off x="5481425" y="271557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97" name="Google Shape;297;p52"/>
          <p:cNvSpPr txBox="1"/>
          <p:nvPr>
            <p:ph idx="2" type="body"/>
          </p:nvPr>
        </p:nvSpPr>
        <p:spPr>
          <a:xfrm>
            <a:off x="3918400" y="27157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98" name="Google Shape;298;p52"/>
          <p:cNvSpPr txBox="1"/>
          <p:nvPr>
            <p:ph idx="3" type="body"/>
          </p:nvPr>
        </p:nvSpPr>
        <p:spPr>
          <a:xfrm>
            <a:off x="2349550" y="271557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99" name="Google Shape;299;p52"/>
          <p:cNvSpPr txBox="1"/>
          <p:nvPr>
            <p:ph idx="4" type="body"/>
          </p:nvPr>
        </p:nvSpPr>
        <p:spPr>
          <a:xfrm>
            <a:off x="7911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00" name="Google Shape;300;p52"/>
          <p:cNvSpPr txBox="1"/>
          <p:nvPr>
            <p:ph idx="5" type="body"/>
          </p:nvPr>
        </p:nvSpPr>
        <p:spPr>
          <a:xfrm>
            <a:off x="7911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01" name="Google Shape;301;p52"/>
          <p:cNvSpPr txBox="1"/>
          <p:nvPr>
            <p:ph idx="6" type="body"/>
          </p:nvPr>
        </p:nvSpPr>
        <p:spPr>
          <a:xfrm>
            <a:off x="70444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302" name="Google Shape;302;p52"/>
          <p:cNvCxnSpPr/>
          <p:nvPr/>
        </p:nvCxnSpPr>
        <p:spPr>
          <a:xfrm rot="10800000">
            <a:off x="827250" y="1481375"/>
            <a:ext cx="7489500" cy="0"/>
          </a:xfrm>
          <a:prstGeom prst="straightConnector1">
            <a:avLst/>
          </a:prstGeom>
          <a:noFill/>
          <a:ln cap="flat" cmpd="sng" w="19050">
            <a:solidFill>
              <a:schemeClr val="accent1"/>
            </a:solidFill>
            <a:prstDash val="solid"/>
            <a:round/>
            <a:headEnd len="med" w="med" type="none"/>
            <a:tailEnd len="med" w="med" type="none"/>
          </a:ln>
        </p:spPr>
      </p:cxnSp>
      <p:sp>
        <p:nvSpPr>
          <p:cNvPr id="303" name="Google Shape;303;p52"/>
          <p:cNvSpPr/>
          <p:nvPr>
            <p:ph idx="7" type="pic"/>
          </p:nvPr>
        </p:nvSpPr>
        <p:spPr>
          <a:xfrm>
            <a:off x="7049625" y="523025"/>
            <a:ext cx="1305900" cy="1918500"/>
          </a:xfrm>
          <a:prstGeom prst="roundRect">
            <a:avLst>
              <a:gd fmla="val 16667" name="adj"/>
            </a:avLst>
          </a:prstGeom>
          <a:noFill/>
          <a:ln>
            <a:noFill/>
          </a:ln>
        </p:spPr>
      </p:sp>
      <p:sp>
        <p:nvSpPr>
          <p:cNvPr id="304" name="Google Shape;304;p52"/>
          <p:cNvSpPr/>
          <p:nvPr>
            <p:ph idx="8" type="pic"/>
          </p:nvPr>
        </p:nvSpPr>
        <p:spPr>
          <a:xfrm>
            <a:off x="784775" y="522100"/>
            <a:ext cx="1305900" cy="1918500"/>
          </a:xfrm>
          <a:prstGeom prst="roundRect">
            <a:avLst>
              <a:gd fmla="val 16667" name="adj"/>
            </a:avLst>
          </a:prstGeom>
          <a:noFill/>
          <a:ln>
            <a:noFill/>
          </a:ln>
        </p:spPr>
      </p:sp>
      <p:sp>
        <p:nvSpPr>
          <p:cNvPr id="305" name="Google Shape;305;p52"/>
          <p:cNvSpPr/>
          <p:nvPr>
            <p:ph idx="9" type="pic"/>
          </p:nvPr>
        </p:nvSpPr>
        <p:spPr>
          <a:xfrm>
            <a:off x="2343950" y="523500"/>
            <a:ext cx="1305900" cy="1918500"/>
          </a:xfrm>
          <a:prstGeom prst="roundRect">
            <a:avLst>
              <a:gd fmla="val 16667" name="adj"/>
            </a:avLst>
          </a:prstGeom>
          <a:noFill/>
          <a:ln>
            <a:noFill/>
          </a:ln>
        </p:spPr>
      </p:sp>
      <p:sp>
        <p:nvSpPr>
          <p:cNvPr id="306" name="Google Shape;306;p52"/>
          <p:cNvSpPr/>
          <p:nvPr>
            <p:ph idx="13" type="pic"/>
          </p:nvPr>
        </p:nvSpPr>
        <p:spPr>
          <a:xfrm>
            <a:off x="3915213" y="523500"/>
            <a:ext cx="1305900" cy="1918500"/>
          </a:xfrm>
          <a:prstGeom prst="roundRect">
            <a:avLst>
              <a:gd fmla="val 16667" name="adj"/>
            </a:avLst>
          </a:prstGeom>
          <a:noFill/>
          <a:ln>
            <a:noFill/>
          </a:ln>
        </p:spPr>
      </p:sp>
      <p:sp>
        <p:nvSpPr>
          <p:cNvPr id="307" name="Google Shape;307;p52"/>
          <p:cNvSpPr/>
          <p:nvPr>
            <p:ph idx="14" type="pic"/>
          </p:nvPr>
        </p:nvSpPr>
        <p:spPr>
          <a:xfrm>
            <a:off x="5490975" y="523500"/>
            <a:ext cx="1305900" cy="1918500"/>
          </a:xfrm>
          <a:prstGeom prst="roundRect">
            <a:avLst>
              <a:gd fmla="val 16667" name="adj"/>
            </a:avLst>
          </a:prstGeom>
          <a:noFill/>
          <a:ln>
            <a:noFill/>
          </a:ln>
        </p:spPr>
      </p:sp>
      <p:sp>
        <p:nvSpPr>
          <p:cNvPr id="308" name="Google Shape;308;p52"/>
          <p:cNvSpPr txBox="1"/>
          <p:nvPr>
            <p:ph idx="15" type="body"/>
          </p:nvPr>
        </p:nvSpPr>
        <p:spPr>
          <a:xfrm>
            <a:off x="5481425" y="4112700"/>
            <a:ext cx="28776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09" name="Google Shape;309;p52"/>
          <p:cNvSpPr txBox="1"/>
          <p:nvPr>
            <p:ph idx="16" type="subTitle"/>
          </p:nvPr>
        </p:nvSpPr>
        <p:spPr>
          <a:xfrm>
            <a:off x="5481425" y="3897300"/>
            <a:ext cx="2877600" cy="2154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310" name="Google Shape;310;p52"/>
          <p:cNvSpPr txBox="1"/>
          <p:nvPr>
            <p:ph idx="17" type="body"/>
          </p:nvPr>
        </p:nvSpPr>
        <p:spPr>
          <a:xfrm>
            <a:off x="23495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11" name="Google Shape;311;p52"/>
          <p:cNvSpPr txBox="1"/>
          <p:nvPr>
            <p:ph idx="18" type="body"/>
          </p:nvPr>
        </p:nvSpPr>
        <p:spPr>
          <a:xfrm>
            <a:off x="3915488"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12" name="Google Shape;312;p52"/>
          <p:cNvSpPr txBox="1"/>
          <p:nvPr>
            <p:ph idx="19" type="body"/>
          </p:nvPr>
        </p:nvSpPr>
        <p:spPr>
          <a:xfrm>
            <a:off x="5479963"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13" name="Google Shape;313;p52"/>
          <p:cNvSpPr txBox="1"/>
          <p:nvPr>
            <p:ph idx="20" type="body"/>
          </p:nvPr>
        </p:nvSpPr>
        <p:spPr>
          <a:xfrm>
            <a:off x="7047338"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14" name="Google Shape;314;p52"/>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a:buNone/>
              <a:defRPr sz="1100">
                <a:solidFill>
                  <a:schemeClr val="accent1"/>
                </a:solidFill>
              </a:defRPr>
            </a:lvl1pPr>
            <a:lvl2pPr lvl="1">
              <a:buNone/>
              <a:defRPr sz="1100">
                <a:solidFill>
                  <a:schemeClr val="accent1"/>
                </a:solidFill>
              </a:defRPr>
            </a:lvl2pPr>
            <a:lvl3pPr lvl="2">
              <a:buNone/>
              <a:defRPr sz="1100">
                <a:solidFill>
                  <a:schemeClr val="accent1"/>
                </a:solidFill>
              </a:defRPr>
            </a:lvl3pPr>
            <a:lvl4pPr lvl="3">
              <a:buNone/>
              <a:defRPr sz="1100">
                <a:solidFill>
                  <a:schemeClr val="accent1"/>
                </a:solidFill>
              </a:defRPr>
            </a:lvl4pPr>
            <a:lvl5pPr lvl="4">
              <a:buNone/>
              <a:defRPr sz="1100">
                <a:solidFill>
                  <a:schemeClr val="accent1"/>
                </a:solidFill>
              </a:defRPr>
            </a:lvl5pPr>
            <a:lvl6pPr lvl="5">
              <a:buNone/>
              <a:defRPr sz="1100">
                <a:solidFill>
                  <a:schemeClr val="accent1"/>
                </a:solidFill>
              </a:defRPr>
            </a:lvl6pPr>
            <a:lvl7pPr lvl="6">
              <a:buNone/>
              <a:defRPr sz="1100">
                <a:solidFill>
                  <a:schemeClr val="accent1"/>
                </a:solidFill>
              </a:defRPr>
            </a:lvl7pPr>
            <a:lvl8pPr lvl="7">
              <a:buNone/>
              <a:defRPr sz="1100">
                <a:solidFill>
                  <a:schemeClr val="accent1"/>
                </a:solidFill>
              </a:defRPr>
            </a:lvl8pPr>
            <a:lvl9pPr lvl="8">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egy Canvas / Line Graph">
  <p:cSld name="CUSTOM_3">
    <p:bg>
      <p:bgPr>
        <a:solidFill>
          <a:schemeClr val="dk1"/>
        </a:solidFill>
      </p:bgPr>
    </p:bg>
    <p:spTree>
      <p:nvGrpSpPr>
        <p:cNvPr id="315" name="Shape 315"/>
        <p:cNvGrpSpPr/>
        <p:nvPr/>
      </p:nvGrpSpPr>
      <p:grpSpPr>
        <a:xfrm>
          <a:off x="0" y="0"/>
          <a:ext cx="0" cy="0"/>
          <a:chOff x="0" y="0"/>
          <a:chExt cx="0" cy="0"/>
        </a:xfrm>
      </p:grpSpPr>
      <p:sp>
        <p:nvSpPr>
          <p:cNvPr id="316" name="Google Shape;316;p53"/>
          <p:cNvSpPr txBox="1"/>
          <p:nvPr>
            <p:ph idx="1" type="body"/>
          </p:nvPr>
        </p:nvSpPr>
        <p:spPr>
          <a:xfrm>
            <a:off x="3917825" y="4024920"/>
            <a:ext cx="44412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17" name="Google Shape;317;p53"/>
          <p:cNvSpPr txBox="1"/>
          <p:nvPr>
            <p:ph idx="2" type="subTitle"/>
          </p:nvPr>
        </p:nvSpPr>
        <p:spPr>
          <a:xfrm>
            <a:off x="783675" y="3967895"/>
            <a:ext cx="2877600" cy="4311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1pPr>
            <a:lvl2pPr lvl="1">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2pPr>
            <a:lvl3pPr lvl="2">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3pPr>
            <a:lvl4pPr lvl="3">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4pPr>
            <a:lvl5pPr lvl="4">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5pPr>
            <a:lvl6pPr lvl="5">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6pPr>
            <a:lvl7pPr lvl="6">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7pPr>
            <a:lvl8pPr lvl="7">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8pPr>
            <a:lvl9pPr lvl="8">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9pPr>
          </a:lstStyle>
          <a:p/>
        </p:txBody>
      </p:sp>
      <p:sp>
        <p:nvSpPr>
          <p:cNvPr id="318" name="Google Shape;318;p53"/>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a:buNone/>
              <a:defRPr sz="1100">
                <a:solidFill>
                  <a:schemeClr val="accent1"/>
                </a:solidFill>
              </a:defRPr>
            </a:lvl1pPr>
            <a:lvl2pPr lvl="1">
              <a:buNone/>
              <a:defRPr sz="1100">
                <a:solidFill>
                  <a:schemeClr val="accent1"/>
                </a:solidFill>
              </a:defRPr>
            </a:lvl2pPr>
            <a:lvl3pPr lvl="2">
              <a:buNone/>
              <a:defRPr sz="1100">
                <a:solidFill>
                  <a:schemeClr val="accent1"/>
                </a:solidFill>
              </a:defRPr>
            </a:lvl3pPr>
            <a:lvl4pPr lvl="3">
              <a:buNone/>
              <a:defRPr sz="1100">
                <a:solidFill>
                  <a:schemeClr val="accent1"/>
                </a:solidFill>
              </a:defRPr>
            </a:lvl4pPr>
            <a:lvl5pPr lvl="4">
              <a:buNone/>
              <a:defRPr sz="1100">
                <a:solidFill>
                  <a:schemeClr val="accent1"/>
                </a:solidFill>
              </a:defRPr>
            </a:lvl5pPr>
            <a:lvl6pPr lvl="5">
              <a:buNone/>
              <a:defRPr sz="1100">
                <a:solidFill>
                  <a:schemeClr val="accent1"/>
                </a:solidFill>
              </a:defRPr>
            </a:lvl6pPr>
            <a:lvl7pPr lvl="6">
              <a:buNone/>
              <a:defRPr sz="1100">
                <a:solidFill>
                  <a:schemeClr val="accent1"/>
                </a:solidFill>
              </a:defRPr>
            </a:lvl7pPr>
            <a:lvl8pPr lvl="7">
              <a:buNone/>
              <a:defRPr sz="1100">
                <a:solidFill>
                  <a:schemeClr val="accent1"/>
                </a:solidFill>
              </a:defRPr>
            </a:lvl8pPr>
            <a:lvl9pPr lvl="8">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4">
    <p:spTree>
      <p:nvGrpSpPr>
        <p:cNvPr id="319" name="Shape 319"/>
        <p:cNvGrpSpPr/>
        <p:nvPr/>
      </p:nvGrpSpPr>
      <p:grpSpPr>
        <a:xfrm>
          <a:off x="0" y="0"/>
          <a:ext cx="0" cy="0"/>
          <a:chOff x="0" y="0"/>
          <a:chExt cx="0" cy="0"/>
        </a:xfrm>
      </p:grpSpPr>
      <p:sp>
        <p:nvSpPr>
          <p:cNvPr id="320" name="Google Shape;320;p54"/>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321" name="Google Shape;321;p54"/>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2"/>
              </a:buClr>
              <a:buSzPts val="12800"/>
              <a:buNone/>
              <a:defRPr sz="12800">
                <a:solidFill>
                  <a:schemeClr val="accent2"/>
                </a:solidFill>
              </a:defRPr>
            </a:lvl1pPr>
            <a:lvl2pPr lvl="1"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2pPr>
            <a:lvl3pPr lvl="2"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3pPr>
            <a:lvl4pPr lvl="3"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4pPr>
            <a:lvl5pPr lvl="4"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5pPr>
            <a:lvl6pPr lvl="5"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6pPr>
            <a:lvl7pPr lvl="6"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7pPr>
            <a:lvl8pPr lvl="7"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8pPr>
            <a:lvl9pPr lvl="8"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9pPr>
          </a:lstStyle>
          <a:p/>
        </p:txBody>
      </p:sp>
      <p:sp>
        <p:nvSpPr>
          <p:cNvPr id="322" name="Google Shape;322;p5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s / Objectives">
  <p:cSld name="CUSTOM_5">
    <p:bg>
      <p:bgPr>
        <a:solidFill>
          <a:schemeClr val="dk1"/>
        </a:solidFill>
      </p:bgPr>
    </p:bg>
    <p:spTree>
      <p:nvGrpSpPr>
        <p:cNvPr id="323" name="Shape 323"/>
        <p:cNvGrpSpPr/>
        <p:nvPr/>
      </p:nvGrpSpPr>
      <p:grpSpPr>
        <a:xfrm>
          <a:off x="0" y="0"/>
          <a:ext cx="0" cy="0"/>
          <a:chOff x="0" y="0"/>
          <a:chExt cx="0" cy="0"/>
        </a:xfrm>
      </p:grpSpPr>
      <p:sp>
        <p:nvSpPr>
          <p:cNvPr id="324" name="Google Shape;324;p55"/>
          <p:cNvSpPr/>
          <p:nvPr/>
        </p:nvSpPr>
        <p:spPr>
          <a:xfrm rot="-5400000">
            <a:off x="4090300" y="-436575"/>
            <a:ext cx="4099200" cy="6015000"/>
          </a:xfrm>
          <a:prstGeom prst="round2SameRect">
            <a:avLst>
              <a:gd fmla="val 16667" name="adj1"/>
              <a:gd fmla="val 0"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
        <p:nvSpPr>
          <p:cNvPr id="325" name="Google Shape;325;p55"/>
          <p:cNvSpPr txBox="1"/>
          <p:nvPr>
            <p:ph idx="1" type="body"/>
          </p:nvPr>
        </p:nvSpPr>
        <p:spPr>
          <a:xfrm>
            <a:off x="3918400" y="3680775"/>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26" name="Google Shape;326;p55"/>
          <p:cNvSpPr txBox="1"/>
          <p:nvPr>
            <p:ph idx="2" type="body"/>
          </p:nvPr>
        </p:nvSpPr>
        <p:spPr>
          <a:xfrm>
            <a:off x="3918400" y="37808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27" name="Google Shape;327;p55"/>
          <p:cNvSpPr txBox="1"/>
          <p:nvPr>
            <p:ph idx="3" type="body"/>
          </p:nvPr>
        </p:nvSpPr>
        <p:spPr>
          <a:xfrm>
            <a:off x="7044450" y="36805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28" name="Google Shape;328;p55"/>
          <p:cNvSpPr txBox="1"/>
          <p:nvPr>
            <p:ph idx="4" type="body"/>
          </p:nvPr>
        </p:nvSpPr>
        <p:spPr>
          <a:xfrm>
            <a:off x="7044450" y="37806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29" name="Google Shape;329;p55"/>
          <p:cNvSpPr/>
          <p:nvPr>
            <p:ph idx="5" type="pic"/>
          </p:nvPr>
        </p:nvSpPr>
        <p:spPr>
          <a:xfrm>
            <a:off x="7049625" y="1588125"/>
            <a:ext cx="1305900" cy="1918500"/>
          </a:xfrm>
          <a:prstGeom prst="roundRect">
            <a:avLst>
              <a:gd fmla="val 16667" name="adj"/>
            </a:avLst>
          </a:prstGeom>
          <a:noFill/>
          <a:ln>
            <a:noFill/>
          </a:ln>
        </p:spPr>
      </p:sp>
      <p:sp>
        <p:nvSpPr>
          <p:cNvPr id="330" name="Google Shape;330;p55"/>
          <p:cNvSpPr/>
          <p:nvPr>
            <p:ph idx="6" type="pic"/>
          </p:nvPr>
        </p:nvSpPr>
        <p:spPr>
          <a:xfrm>
            <a:off x="3915213" y="1588600"/>
            <a:ext cx="1305900" cy="1918500"/>
          </a:xfrm>
          <a:prstGeom prst="roundRect">
            <a:avLst>
              <a:gd fmla="val 16667" name="adj"/>
            </a:avLst>
          </a:prstGeom>
          <a:noFill/>
          <a:ln>
            <a:noFill/>
          </a:ln>
        </p:spPr>
      </p:sp>
      <p:sp>
        <p:nvSpPr>
          <p:cNvPr id="331" name="Google Shape;331;p55"/>
          <p:cNvSpPr/>
          <p:nvPr>
            <p:ph idx="7" type="pic"/>
          </p:nvPr>
        </p:nvSpPr>
        <p:spPr>
          <a:xfrm>
            <a:off x="5490975" y="1588600"/>
            <a:ext cx="1305900" cy="1918500"/>
          </a:xfrm>
          <a:prstGeom prst="roundRect">
            <a:avLst>
              <a:gd fmla="val 16667" name="adj"/>
            </a:avLst>
          </a:prstGeom>
          <a:noFill/>
          <a:ln>
            <a:noFill/>
          </a:ln>
        </p:spPr>
      </p:sp>
      <p:sp>
        <p:nvSpPr>
          <p:cNvPr id="332" name="Google Shape;332;p55"/>
          <p:cNvSpPr txBox="1"/>
          <p:nvPr>
            <p:ph idx="8" type="subTitle"/>
          </p:nvPr>
        </p:nvSpPr>
        <p:spPr>
          <a:xfrm>
            <a:off x="3918800" y="10345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333" name="Google Shape;333;p55"/>
          <p:cNvSpPr txBox="1"/>
          <p:nvPr>
            <p:ph idx="9" type="subTitle"/>
          </p:nvPr>
        </p:nvSpPr>
        <p:spPr>
          <a:xfrm>
            <a:off x="5484775" y="10345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334" name="Google Shape;334;p55"/>
          <p:cNvSpPr txBox="1"/>
          <p:nvPr>
            <p:ph idx="13" type="subTitle"/>
          </p:nvPr>
        </p:nvSpPr>
        <p:spPr>
          <a:xfrm>
            <a:off x="7050750" y="10327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335" name="Google Shape;335;p55"/>
          <p:cNvSpPr txBox="1"/>
          <p:nvPr>
            <p:ph idx="14" type="body"/>
          </p:nvPr>
        </p:nvSpPr>
        <p:spPr>
          <a:xfrm>
            <a:off x="507400" y="1828050"/>
            <a:ext cx="2136300" cy="29733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accent2"/>
              </a:buClr>
              <a:buSzPts val="2800"/>
              <a:buChar char="●"/>
              <a:defRPr sz="2800">
                <a:solidFill>
                  <a:schemeClr val="accent2"/>
                </a:solidFill>
              </a:defRPr>
            </a:lvl1pPr>
            <a:lvl2pPr indent="-406400" lvl="1" marL="914400">
              <a:spcBef>
                <a:spcPts val="0"/>
              </a:spcBef>
              <a:spcAft>
                <a:spcPts val="0"/>
              </a:spcAft>
              <a:buClr>
                <a:schemeClr val="accent2"/>
              </a:buClr>
              <a:buSzPts val="2800"/>
              <a:buChar char="○"/>
              <a:defRPr sz="2800">
                <a:solidFill>
                  <a:schemeClr val="accent2"/>
                </a:solidFill>
              </a:defRPr>
            </a:lvl2pPr>
            <a:lvl3pPr indent="-406400" lvl="2" marL="1371600">
              <a:spcBef>
                <a:spcPts val="0"/>
              </a:spcBef>
              <a:spcAft>
                <a:spcPts val="0"/>
              </a:spcAft>
              <a:buClr>
                <a:schemeClr val="accent2"/>
              </a:buClr>
              <a:buSzPts val="2800"/>
              <a:buChar char="■"/>
              <a:defRPr sz="2800">
                <a:solidFill>
                  <a:schemeClr val="accent2"/>
                </a:solidFill>
              </a:defRPr>
            </a:lvl3pPr>
            <a:lvl4pPr indent="-406400" lvl="3" marL="1828800">
              <a:spcBef>
                <a:spcPts val="0"/>
              </a:spcBef>
              <a:spcAft>
                <a:spcPts val="0"/>
              </a:spcAft>
              <a:buClr>
                <a:schemeClr val="accent2"/>
              </a:buClr>
              <a:buSzPts val="2800"/>
              <a:buChar char="●"/>
              <a:defRPr sz="2800">
                <a:solidFill>
                  <a:schemeClr val="accent2"/>
                </a:solidFill>
              </a:defRPr>
            </a:lvl4pPr>
            <a:lvl5pPr indent="-406400" lvl="4" marL="2286000">
              <a:spcBef>
                <a:spcPts val="0"/>
              </a:spcBef>
              <a:spcAft>
                <a:spcPts val="0"/>
              </a:spcAft>
              <a:buClr>
                <a:schemeClr val="accent2"/>
              </a:buClr>
              <a:buSzPts val="2800"/>
              <a:buChar char="○"/>
              <a:defRPr sz="2800">
                <a:solidFill>
                  <a:schemeClr val="accent2"/>
                </a:solidFill>
              </a:defRPr>
            </a:lvl5pPr>
            <a:lvl6pPr indent="-406400" lvl="5" marL="2743200">
              <a:spcBef>
                <a:spcPts val="0"/>
              </a:spcBef>
              <a:spcAft>
                <a:spcPts val="0"/>
              </a:spcAft>
              <a:buClr>
                <a:schemeClr val="accent2"/>
              </a:buClr>
              <a:buSzPts val="2800"/>
              <a:buChar char="■"/>
              <a:defRPr sz="2800">
                <a:solidFill>
                  <a:schemeClr val="accent2"/>
                </a:solidFill>
              </a:defRPr>
            </a:lvl6pPr>
            <a:lvl7pPr indent="-406400" lvl="6" marL="3200400">
              <a:spcBef>
                <a:spcPts val="0"/>
              </a:spcBef>
              <a:spcAft>
                <a:spcPts val="0"/>
              </a:spcAft>
              <a:buClr>
                <a:schemeClr val="accent2"/>
              </a:buClr>
              <a:buSzPts val="2800"/>
              <a:buChar char="●"/>
              <a:defRPr sz="2800">
                <a:solidFill>
                  <a:schemeClr val="accent2"/>
                </a:solidFill>
              </a:defRPr>
            </a:lvl7pPr>
            <a:lvl8pPr indent="-406400" lvl="7" marL="3657600">
              <a:spcBef>
                <a:spcPts val="0"/>
              </a:spcBef>
              <a:spcAft>
                <a:spcPts val="0"/>
              </a:spcAft>
              <a:buClr>
                <a:schemeClr val="accent2"/>
              </a:buClr>
              <a:buSzPts val="2800"/>
              <a:buChar char="○"/>
              <a:defRPr sz="2800">
                <a:solidFill>
                  <a:schemeClr val="accent2"/>
                </a:solidFill>
              </a:defRPr>
            </a:lvl8pPr>
            <a:lvl9pPr indent="-406400" lvl="8" marL="4114800">
              <a:spcBef>
                <a:spcPts val="0"/>
              </a:spcBef>
              <a:spcAft>
                <a:spcPts val="0"/>
              </a:spcAft>
              <a:buClr>
                <a:schemeClr val="accent2"/>
              </a:buClr>
              <a:buSzPts val="2800"/>
              <a:buChar char="■"/>
              <a:defRPr sz="2800">
                <a:solidFill>
                  <a:schemeClr val="accent2"/>
                </a:solidFill>
              </a:defRPr>
            </a:lvl9pPr>
          </a:lstStyle>
          <a:p/>
        </p:txBody>
      </p:sp>
      <p:sp>
        <p:nvSpPr>
          <p:cNvPr id="336" name="Google Shape;336;p55"/>
          <p:cNvSpPr txBox="1"/>
          <p:nvPr>
            <p:ph idx="15" type="body"/>
          </p:nvPr>
        </p:nvSpPr>
        <p:spPr>
          <a:xfrm>
            <a:off x="5481425" y="3680775"/>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37" name="Google Shape;337;p55"/>
          <p:cNvSpPr txBox="1"/>
          <p:nvPr>
            <p:ph idx="16" type="body"/>
          </p:nvPr>
        </p:nvSpPr>
        <p:spPr>
          <a:xfrm>
            <a:off x="5481425" y="37808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38" name="Google Shape;338;p55"/>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a:buNone/>
              <a:defRPr sz="1100">
                <a:solidFill>
                  <a:schemeClr val="accent2"/>
                </a:solidFill>
              </a:defRPr>
            </a:lvl1pPr>
            <a:lvl2pPr lvl="1">
              <a:buNone/>
              <a:defRPr sz="1100">
                <a:solidFill>
                  <a:schemeClr val="accent2"/>
                </a:solidFill>
              </a:defRPr>
            </a:lvl2pPr>
            <a:lvl3pPr lvl="2">
              <a:buNone/>
              <a:defRPr sz="1100">
                <a:solidFill>
                  <a:schemeClr val="accent2"/>
                </a:solidFill>
              </a:defRPr>
            </a:lvl3pPr>
            <a:lvl4pPr lvl="3">
              <a:buNone/>
              <a:defRPr sz="1100">
                <a:solidFill>
                  <a:schemeClr val="accent2"/>
                </a:solidFill>
              </a:defRPr>
            </a:lvl4pPr>
            <a:lvl5pPr lvl="4">
              <a:buNone/>
              <a:defRPr sz="1100">
                <a:solidFill>
                  <a:schemeClr val="accent2"/>
                </a:solidFill>
              </a:defRPr>
            </a:lvl5pPr>
            <a:lvl6pPr lvl="5">
              <a:buNone/>
              <a:defRPr sz="1100">
                <a:solidFill>
                  <a:schemeClr val="accent2"/>
                </a:solidFill>
              </a:defRPr>
            </a:lvl6pPr>
            <a:lvl7pPr lvl="6">
              <a:buNone/>
              <a:defRPr sz="1100">
                <a:solidFill>
                  <a:schemeClr val="accent2"/>
                </a:solidFill>
              </a:defRPr>
            </a:lvl7pPr>
            <a:lvl8pPr lvl="7">
              <a:buNone/>
              <a:defRPr sz="1100">
                <a:solidFill>
                  <a:schemeClr val="accent2"/>
                </a:solidFill>
              </a:defRPr>
            </a:lvl8pPr>
            <a:lvl9pPr lvl="8">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32">
          <p15:clr>
            <a:srgbClr val="E46962"/>
          </p15:clr>
        </p15:guide>
        <p15:guide id="2" orient="horz" pos="2088">
          <p15:clr>
            <a:srgbClr val="E46962"/>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Plan + 5 Images">
  <p:cSld name="CUSTOM_6">
    <p:bg>
      <p:bgPr>
        <a:solidFill>
          <a:schemeClr val="accent6"/>
        </a:solidFill>
      </p:bgPr>
    </p:bg>
    <p:spTree>
      <p:nvGrpSpPr>
        <p:cNvPr id="339" name="Shape 339"/>
        <p:cNvGrpSpPr/>
        <p:nvPr/>
      </p:nvGrpSpPr>
      <p:grpSpPr>
        <a:xfrm>
          <a:off x="0" y="0"/>
          <a:ext cx="0" cy="0"/>
          <a:chOff x="0" y="0"/>
          <a:chExt cx="0" cy="0"/>
        </a:xfrm>
      </p:grpSpPr>
      <p:sp>
        <p:nvSpPr>
          <p:cNvPr id="340" name="Google Shape;340;p56"/>
          <p:cNvSpPr txBox="1"/>
          <p:nvPr>
            <p:ph idx="1" type="body"/>
          </p:nvPr>
        </p:nvSpPr>
        <p:spPr>
          <a:xfrm>
            <a:off x="7911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41" name="Google Shape;341;p56"/>
          <p:cNvSpPr txBox="1"/>
          <p:nvPr>
            <p:ph idx="2" type="body"/>
          </p:nvPr>
        </p:nvSpPr>
        <p:spPr>
          <a:xfrm>
            <a:off x="7911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342" name="Google Shape;342;p56"/>
          <p:cNvCxnSpPr/>
          <p:nvPr/>
        </p:nvCxnSpPr>
        <p:spPr>
          <a:xfrm rot="10800000">
            <a:off x="827250" y="1481375"/>
            <a:ext cx="7489500" cy="0"/>
          </a:xfrm>
          <a:prstGeom prst="straightConnector1">
            <a:avLst/>
          </a:prstGeom>
          <a:noFill/>
          <a:ln cap="flat" cmpd="sng" w="19050">
            <a:solidFill>
              <a:schemeClr val="accent2"/>
            </a:solidFill>
            <a:prstDash val="solid"/>
            <a:round/>
            <a:headEnd len="med" w="med" type="none"/>
            <a:tailEnd len="med" w="med" type="none"/>
          </a:ln>
        </p:spPr>
      </p:cxnSp>
      <p:sp>
        <p:nvSpPr>
          <p:cNvPr id="343" name="Google Shape;343;p56"/>
          <p:cNvSpPr/>
          <p:nvPr>
            <p:ph idx="3" type="pic"/>
          </p:nvPr>
        </p:nvSpPr>
        <p:spPr>
          <a:xfrm>
            <a:off x="7049625" y="523025"/>
            <a:ext cx="1305900" cy="1918500"/>
          </a:xfrm>
          <a:prstGeom prst="roundRect">
            <a:avLst>
              <a:gd fmla="val 16667" name="adj"/>
            </a:avLst>
          </a:prstGeom>
          <a:noFill/>
          <a:ln>
            <a:noFill/>
          </a:ln>
        </p:spPr>
      </p:sp>
      <p:sp>
        <p:nvSpPr>
          <p:cNvPr id="344" name="Google Shape;344;p56"/>
          <p:cNvSpPr/>
          <p:nvPr>
            <p:ph idx="4" type="pic"/>
          </p:nvPr>
        </p:nvSpPr>
        <p:spPr>
          <a:xfrm>
            <a:off x="784775" y="522100"/>
            <a:ext cx="1305900" cy="1918500"/>
          </a:xfrm>
          <a:prstGeom prst="roundRect">
            <a:avLst>
              <a:gd fmla="val 16667" name="adj"/>
            </a:avLst>
          </a:prstGeom>
          <a:noFill/>
          <a:ln>
            <a:noFill/>
          </a:ln>
        </p:spPr>
      </p:sp>
      <p:sp>
        <p:nvSpPr>
          <p:cNvPr id="345" name="Google Shape;345;p56"/>
          <p:cNvSpPr/>
          <p:nvPr>
            <p:ph idx="5" type="pic"/>
          </p:nvPr>
        </p:nvSpPr>
        <p:spPr>
          <a:xfrm>
            <a:off x="2343950" y="523500"/>
            <a:ext cx="1305900" cy="1918500"/>
          </a:xfrm>
          <a:prstGeom prst="roundRect">
            <a:avLst>
              <a:gd fmla="val 16667" name="adj"/>
            </a:avLst>
          </a:prstGeom>
          <a:noFill/>
          <a:ln>
            <a:noFill/>
          </a:ln>
        </p:spPr>
      </p:sp>
      <p:sp>
        <p:nvSpPr>
          <p:cNvPr id="346" name="Google Shape;346;p56"/>
          <p:cNvSpPr/>
          <p:nvPr>
            <p:ph idx="6" type="pic"/>
          </p:nvPr>
        </p:nvSpPr>
        <p:spPr>
          <a:xfrm>
            <a:off x="3915213" y="523500"/>
            <a:ext cx="1305900" cy="1918500"/>
          </a:xfrm>
          <a:prstGeom prst="roundRect">
            <a:avLst>
              <a:gd fmla="val 16667" name="adj"/>
            </a:avLst>
          </a:prstGeom>
          <a:noFill/>
          <a:ln>
            <a:noFill/>
          </a:ln>
        </p:spPr>
      </p:sp>
      <p:sp>
        <p:nvSpPr>
          <p:cNvPr id="347" name="Google Shape;347;p56"/>
          <p:cNvSpPr/>
          <p:nvPr>
            <p:ph idx="7" type="pic"/>
          </p:nvPr>
        </p:nvSpPr>
        <p:spPr>
          <a:xfrm>
            <a:off x="5490975" y="523500"/>
            <a:ext cx="1305900" cy="1918500"/>
          </a:xfrm>
          <a:prstGeom prst="roundRect">
            <a:avLst>
              <a:gd fmla="val 16667" name="adj"/>
            </a:avLst>
          </a:prstGeom>
          <a:noFill/>
          <a:ln>
            <a:noFill/>
          </a:ln>
        </p:spPr>
      </p:sp>
      <p:sp>
        <p:nvSpPr>
          <p:cNvPr id="348" name="Google Shape;348;p56"/>
          <p:cNvSpPr txBox="1"/>
          <p:nvPr>
            <p:ph idx="8" type="body"/>
          </p:nvPr>
        </p:nvSpPr>
        <p:spPr>
          <a:xfrm>
            <a:off x="5481425" y="4112700"/>
            <a:ext cx="28776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49" name="Google Shape;349;p56"/>
          <p:cNvSpPr txBox="1"/>
          <p:nvPr>
            <p:ph idx="9" type="subTitle"/>
          </p:nvPr>
        </p:nvSpPr>
        <p:spPr>
          <a:xfrm>
            <a:off x="5481425" y="3897300"/>
            <a:ext cx="2877600" cy="2154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2pPr>
            <a:lvl3pPr lvl="2">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3pPr>
            <a:lvl4pPr lvl="3">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4pPr>
            <a:lvl5pPr lvl="4">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5pPr>
            <a:lvl6pPr lvl="5">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6pPr>
            <a:lvl7pPr lvl="6">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7pPr>
            <a:lvl8pPr lvl="7">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8pPr>
            <a:lvl9pPr lvl="8">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9pPr>
          </a:lstStyle>
          <a:p/>
        </p:txBody>
      </p:sp>
      <p:sp>
        <p:nvSpPr>
          <p:cNvPr id="350" name="Google Shape;350;p56"/>
          <p:cNvSpPr txBox="1"/>
          <p:nvPr>
            <p:ph idx="13" type="body"/>
          </p:nvPr>
        </p:nvSpPr>
        <p:spPr>
          <a:xfrm>
            <a:off x="23495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51" name="Google Shape;351;p56"/>
          <p:cNvSpPr txBox="1"/>
          <p:nvPr>
            <p:ph idx="14" type="body"/>
          </p:nvPr>
        </p:nvSpPr>
        <p:spPr>
          <a:xfrm>
            <a:off x="234950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52" name="Google Shape;352;p56"/>
          <p:cNvSpPr txBox="1"/>
          <p:nvPr>
            <p:ph idx="15" type="body"/>
          </p:nvPr>
        </p:nvSpPr>
        <p:spPr>
          <a:xfrm>
            <a:off x="39078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53" name="Google Shape;353;p56"/>
          <p:cNvSpPr txBox="1"/>
          <p:nvPr>
            <p:ph idx="16" type="body"/>
          </p:nvPr>
        </p:nvSpPr>
        <p:spPr>
          <a:xfrm>
            <a:off x="39078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54" name="Google Shape;354;p56"/>
          <p:cNvSpPr txBox="1"/>
          <p:nvPr>
            <p:ph idx="17" type="body"/>
          </p:nvPr>
        </p:nvSpPr>
        <p:spPr>
          <a:xfrm>
            <a:off x="5496525"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55" name="Google Shape;355;p56"/>
          <p:cNvSpPr txBox="1"/>
          <p:nvPr>
            <p:ph idx="18" type="body"/>
          </p:nvPr>
        </p:nvSpPr>
        <p:spPr>
          <a:xfrm>
            <a:off x="5496525"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56" name="Google Shape;356;p56"/>
          <p:cNvSpPr txBox="1"/>
          <p:nvPr>
            <p:ph idx="19" type="body"/>
          </p:nvPr>
        </p:nvSpPr>
        <p:spPr>
          <a:xfrm>
            <a:off x="70852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57" name="Google Shape;357;p56"/>
          <p:cNvSpPr txBox="1"/>
          <p:nvPr>
            <p:ph idx="20" type="body"/>
          </p:nvPr>
        </p:nvSpPr>
        <p:spPr>
          <a:xfrm>
            <a:off x="708520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58" name="Google Shape;358;p56"/>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a:buNone/>
              <a:defRPr sz="1100">
                <a:solidFill>
                  <a:schemeClr val="accent2"/>
                </a:solidFill>
              </a:defRPr>
            </a:lvl1pPr>
            <a:lvl2pPr lvl="1">
              <a:buNone/>
              <a:defRPr sz="1100">
                <a:solidFill>
                  <a:schemeClr val="accent2"/>
                </a:solidFill>
              </a:defRPr>
            </a:lvl2pPr>
            <a:lvl3pPr lvl="2">
              <a:buNone/>
              <a:defRPr sz="1100">
                <a:solidFill>
                  <a:schemeClr val="accent2"/>
                </a:solidFill>
              </a:defRPr>
            </a:lvl3pPr>
            <a:lvl4pPr lvl="3">
              <a:buNone/>
              <a:defRPr sz="1100">
                <a:solidFill>
                  <a:schemeClr val="accent2"/>
                </a:solidFill>
              </a:defRPr>
            </a:lvl4pPr>
            <a:lvl5pPr lvl="4">
              <a:buNone/>
              <a:defRPr sz="1100">
                <a:solidFill>
                  <a:schemeClr val="accent2"/>
                </a:solidFill>
              </a:defRPr>
            </a:lvl5pPr>
            <a:lvl6pPr lvl="5">
              <a:buNone/>
              <a:defRPr sz="1100">
                <a:solidFill>
                  <a:schemeClr val="accent2"/>
                </a:solidFill>
              </a:defRPr>
            </a:lvl6pPr>
            <a:lvl7pPr lvl="6">
              <a:buNone/>
              <a:defRPr sz="1100">
                <a:solidFill>
                  <a:schemeClr val="accent2"/>
                </a:solidFill>
              </a:defRPr>
            </a:lvl7pPr>
            <a:lvl8pPr lvl="7">
              <a:buNone/>
              <a:defRPr sz="1100">
                <a:solidFill>
                  <a:schemeClr val="accent2"/>
                </a:solidFill>
              </a:defRPr>
            </a:lvl8pPr>
            <a:lvl9pPr lvl="8">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Graphic">
  <p:cSld name="CUSTOM_9">
    <p:bg>
      <p:bgPr>
        <a:solidFill>
          <a:schemeClr val="dk1"/>
        </a:solidFill>
      </p:bgPr>
    </p:bg>
    <p:spTree>
      <p:nvGrpSpPr>
        <p:cNvPr id="359" name="Shape 359"/>
        <p:cNvGrpSpPr/>
        <p:nvPr/>
      </p:nvGrpSpPr>
      <p:grpSpPr>
        <a:xfrm>
          <a:off x="0" y="0"/>
          <a:ext cx="0" cy="0"/>
          <a:chOff x="0" y="0"/>
          <a:chExt cx="0" cy="0"/>
        </a:xfrm>
      </p:grpSpPr>
      <p:sp>
        <p:nvSpPr>
          <p:cNvPr id="360" name="Google Shape;360;p57"/>
          <p:cNvSpPr txBox="1"/>
          <p:nvPr>
            <p:ph idx="1" type="body"/>
          </p:nvPr>
        </p:nvSpPr>
        <p:spPr>
          <a:xfrm>
            <a:off x="3133000" y="514275"/>
            <a:ext cx="38907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61" name="Google Shape;361;p57"/>
          <p:cNvSpPr txBox="1"/>
          <p:nvPr>
            <p:ph idx="2" type="body"/>
          </p:nvPr>
        </p:nvSpPr>
        <p:spPr>
          <a:xfrm>
            <a:off x="657679" y="436194"/>
            <a:ext cx="2278800" cy="1985100"/>
          </a:xfrm>
          <a:prstGeom prst="rect">
            <a:avLst/>
          </a:prstGeom>
        </p:spPr>
        <p:txBody>
          <a:bodyPr anchorCtr="0" anchor="t" bIns="91425" lIns="91425" spcFirstLastPara="1" rIns="91425" wrap="square" tIns="91425">
            <a:noAutofit/>
          </a:bodyPr>
          <a:lstStyle>
            <a:lvl1pPr indent="-406400" lvl="0" marL="457200">
              <a:lnSpc>
                <a:spcPct val="80000"/>
              </a:lnSpc>
              <a:spcBef>
                <a:spcPts val="0"/>
              </a:spcBef>
              <a:spcAft>
                <a:spcPts val="0"/>
              </a:spcAft>
              <a:buClr>
                <a:schemeClr val="accent2"/>
              </a:buClr>
              <a:buSzPts val="2800"/>
              <a:buChar char="●"/>
              <a:defRPr sz="2800">
                <a:solidFill>
                  <a:schemeClr val="accent2"/>
                </a:solidFill>
              </a:defRPr>
            </a:lvl1pPr>
            <a:lvl2pPr indent="-406400" lvl="1" marL="914400">
              <a:lnSpc>
                <a:spcPct val="80000"/>
              </a:lnSpc>
              <a:spcBef>
                <a:spcPts val="0"/>
              </a:spcBef>
              <a:spcAft>
                <a:spcPts val="0"/>
              </a:spcAft>
              <a:buClr>
                <a:schemeClr val="accent2"/>
              </a:buClr>
              <a:buSzPts val="2800"/>
              <a:buChar char="○"/>
              <a:defRPr sz="2800">
                <a:solidFill>
                  <a:schemeClr val="accent2"/>
                </a:solidFill>
              </a:defRPr>
            </a:lvl2pPr>
            <a:lvl3pPr indent="-406400" lvl="2" marL="1371600">
              <a:lnSpc>
                <a:spcPct val="80000"/>
              </a:lnSpc>
              <a:spcBef>
                <a:spcPts val="0"/>
              </a:spcBef>
              <a:spcAft>
                <a:spcPts val="0"/>
              </a:spcAft>
              <a:buClr>
                <a:schemeClr val="accent2"/>
              </a:buClr>
              <a:buSzPts val="2800"/>
              <a:buChar char="■"/>
              <a:defRPr sz="2800">
                <a:solidFill>
                  <a:schemeClr val="accent2"/>
                </a:solidFill>
              </a:defRPr>
            </a:lvl3pPr>
            <a:lvl4pPr indent="-406400" lvl="3" marL="1828800">
              <a:lnSpc>
                <a:spcPct val="80000"/>
              </a:lnSpc>
              <a:spcBef>
                <a:spcPts val="0"/>
              </a:spcBef>
              <a:spcAft>
                <a:spcPts val="0"/>
              </a:spcAft>
              <a:buClr>
                <a:schemeClr val="accent2"/>
              </a:buClr>
              <a:buSzPts val="2800"/>
              <a:buChar char="●"/>
              <a:defRPr sz="2800">
                <a:solidFill>
                  <a:schemeClr val="accent2"/>
                </a:solidFill>
              </a:defRPr>
            </a:lvl4pPr>
            <a:lvl5pPr indent="-406400" lvl="4" marL="2286000">
              <a:lnSpc>
                <a:spcPct val="80000"/>
              </a:lnSpc>
              <a:spcBef>
                <a:spcPts val="0"/>
              </a:spcBef>
              <a:spcAft>
                <a:spcPts val="0"/>
              </a:spcAft>
              <a:buClr>
                <a:schemeClr val="accent2"/>
              </a:buClr>
              <a:buSzPts val="2800"/>
              <a:buChar char="○"/>
              <a:defRPr sz="2800">
                <a:solidFill>
                  <a:schemeClr val="accent2"/>
                </a:solidFill>
              </a:defRPr>
            </a:lvl5pPr>
            <a:lvl6pPr indent="-406400" lvl="5" marL="2743200">
              <a:lnSpc>
                <a:spcPct val="80000"/>
              </a:lnSpc>
              <a:spcBef>
                <a:spcPts val="0"/>
              </a:spcBef>
              <a:spcAft>
                <a:spcPts val="0"/>
              </a:spcAft>
              <a:buClr>
                <a:schemeClr val="accent2"/>
              </a:buClr>
              <a:buSzPts val="2800"/>
              <a:buChar char="■"/>
              <a:defRPr sz="2800">
                <a:solidFill>
                  <a:schemeClr val="accent2"/>
                </a:solidFill>
              </a:defRPr>
            </a:lvl6pPr>
            <a:lvl7pPr indent="-406400" lvl="6" marL="3200400">
              <a:lnSpc>
                <a:spcPct val="80000"/>
              </a:lnSpc>
              <a:spcBef>
                <a:spcPts val="0"/>
              </a:spcBef>
              <a:spcAft>
                <a:spcPts val="0"/>
              </a:spcAft>
              <a:buClr>
                <a:schemeClr val="accent2"/>
              </a:buClr>
              <a:buSzPts val="2800"/>
              <a:buChar char="●"/>
              <a:defRPr sz="2800">
                <a:solidFill>
                  <a:schemeClr val="accent2"/>
                </a:solidFill>
              </a:defRPr>
            </a:lvl7pPr>
            <a:lvl8pPr indent="-406400" lvl="7" marL="3657600">
              <a:lnSpc>
                <a:spcPct val="80000"/>
              </a:lnSpc>
              <a:spcBef>
                <a:spcPts val="0"/>
              </a:spcBef>
              <a:spcAft>
                <a:spcPts val="0"/>
              </a:spcAft>
              <a:buClr>
                <a:schemeClr val="accent2"/>
              </a:buClr>
              <a:buSzPts val="2800"/>
              <a:buChar char="○"/>
              <a:defRPr sz="2800">
                <a:solidFill>
                  <a:schemeClr val="accent2"/>
                </a:solidFill>
              </a:defRPr>
            </a:lvl8pPr>
            <a:lvl9pPr indent="-406400" lvl="8" marL="4114800">
              <a:lnSpc>
                <a:spcPct val="80000"/>
              </a:lnSpc>
              <a:spcBef>
                <a:spcPts val="0"/>
              </a:spcBef>
              <a:spcAft>
                <a:spcPts val="0"/>
              </a:spcAft>
              <a:buClr>
                <a:schemeClr val="accent2"/>
              </a:buClr>
              <a:buSzPts val="2800"/>
              <a:buChar char="■"/>
              <a:defRPr sz="2800">
                <a:solidFill>
                  <a:schemeClr val="accent2"/>
                </a:solidFill>
              </a:defRPr>
            </a:lvl9pPr>
          </a:lstStyle>
          <a:p/>
        </p:txBody>
      </p:sp>
      <p:sp>
        <p:nvSpPr>
          <p:cNvPr id="362" name="Google Shape;362;p5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a:buNone/>
              <a:defRPr sz="1100">
                <a:solidFill>
                  <a:schemeClr val="accent2"/>
                </a:solidFill>
              </a:defRPr>
            </a:lvl1pPr>
            <a:lvl2pPr lvl="1">
              <a:buNone/>
              <a:defRPr sz="1100">
                <a:solidFill>
                  <a:schemeClr val="accent2"/>
                </a:solidFill>
              </a:defRPr>
            </a:lvl2pPr>
            <a:lvl3pPr lvl="2">
              <a:buNone/>
              <a:defRPr sz="1100">
                <a:solidFill>
                  <a:schemeClr val="accent2"/>
                </a:solidFill>
              </a:defRPr>
            </a:lvl3pPr>
            <a:lvl4pPr lvl="3">
              <a:buNone/>
              <a:defRPr sz="1100">
                <a:solidFill>
                  <a:schemeClr val="accent2"/>
                </a:solidFill>
              </a:defRPr>
            </a:lvl4pPr>
            <a:lvl5pPr lvl="4">
              <a:buNone/>
              <a:defRPr sz="1100">
                <a:solidFill>
                  <a:schemeClr val="accent2"/>
                </a:solidFill>
              </a:defRPr>
            </a:lvl5pPr>
            <a:lvl6pPr lvl="5">
              <a:buNone/>
              <a:defRPr sz="1100">
                <a:solidFill>
                  <a:schemeClr val="accent2"/>
                </a:solidFill>
              </a:defRPr>
            </a:lvl6pPr>
            <a:lvl7pPr lvl="6">
              <a:buNone/>
              <a:defRPr sz="1100">
                <a:solidFill>
                  <a:schemeClr val="accent2"/>
                </a:solidFill>
              </a:defRPr>
            </a:lvl7pPr>
            <a:lvl8pPr lvl="7">
              <a:buNone/>
              <a:defRPr sz="1100">
                <a:solidFill>
                  <a:schemeClr val="accent2"/>
                </a:solidFill>
              </a:defRPr>
            </a:lvl8pPr>
            <a:lvl9pPr lvl="8">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94">
          <p15:clr>
            <a:srgbClr val="E46962"/>
          </p15:clr>
        </p15:guide>
        <p15:guide id="2" orient="horz" pos="504">
          <p15:clr>
            <a:srgbClr val="E46962"/>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enue / Graphic">
  <p:cSld name="CUSTOM_12">
    <p:bg>
      <p:bgPr>
        <a:solidFill>
          <a:schemeClr val="dk1"/>
        </a:solidFill>
      </p:bgPr>
    </p:bg>
    <p:spTree>
      <p:nvGrpSpPr>
        <p:cNvPr id="363" name="Shape 363"/>
        <p:cNvGrpSpPr/>
        <p:nvPr/>
      </p:nvGrpSpPr>
      <p:grpSpPr>
        <a:xfrm>
          <a:off x="0" y="0"/>
          <a:ext cx="0" cy="0"/>
          <a:chOff x="0" y="0"/>
          <a:chExt cx="0" cy="0"/>
        </a:xfrm>
      </p:grpSpPr>
      <p:sp>
        <p:nvSpPr>
          <p:cNvPr id="364" name="Google Shape;364;p58"/>
          <p:cNvSpPr txBox="1"/>
          <p:nvPr>
            <p:ph idx="1" type="body"/>
          </p:nvPr>
        </p:nvSpPr>
        <p:spPr>
          <a:xfrm>
            <a:off x="569725" y="3435300"/>
            <a:ext cx="2884200" cy="1185300"/>
          </a:xfrm>
          <a:prstGeom prst="rect">
            <a:avLst/>
          </a:prstGeom>
        </p:spPr>
        <p:txBody>
          <a:bodyPr anchorCtr="0" anchor="b"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65" name="Google Shape;365;p58"/>
          <p:cNvSpPr txBox="1"/>
          <p:nvPr>
            <p:ph idx="2" type="subTitle"/>
          </p:nvPr>
        </p:nvSpPr>
        <p:spPr>
          <a:xfrm>
            <a:off x="466802" y="445100"/>
            <a:ext cx="2403600" cy="537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SzPts val="1400"/>
              <a:buFont typeface="Hepta Slab Medium"/>
              <a:buNone/>
              <a:defRPr>
                <a:latin typeface="Hepta Slab Medium"/>
                <a:ea typeface="Hepta Slab Medium"/>
                <a:cs typeface="Hepta Slab Medium"/>
                <a:sym typeface="Hepta Slab Medium"/>
              </a:defRPr>
            </a:lvl2pPr>
            <a:lvl3pPr lvl="2">
              <a:spcBef>
                <a:spcPts val="0"/>
              </a:spcBef>
              <a:spcAft>
                <a:spcPts val="0"/>
              </a:spcAft>
              <a:buSzPts val="1400"/>
              <a:buFont typeface="Hepta Slab Medium"/>
              <a:buNone/>
              <a:defRPr>
                <a:latin typeface="Hepta Slab Medium"/>
                <a:ea typeface="Hepta Slab Medium"/>
                <a:cs typeface="Hepta Slab Medium"/>
                <a:sym typeface="Hepta Slab Medium"/>
              </a:defRPr>
            </a:lvl3pPr>
            <a:lvl4pPr lvl="3">
              <a:spcBef>
                <a:spcPts val="0"/>
              </a:spcBef>
              <a:spcAft>
                <a:spcPts val="0"/>
              </a:spcAft>
              <a:buSzPts val="1400"/>
              <a:buFont typeface="Hepta Slab Medium"/>
              <a:buNone/>
              <a:defRPr>
                <a:latin typeface="Hepta Slab Medium"/>
                <a:ea typeface="Hepta Slab Medium"/>
                <a:cs typeface="Hepta Slab Medium"/>
                <a:sym typeface="Hepta Slab Medium"/>
              </a:defRPr>
            </a:lvl4pPr>
            <a:lvl5pPr lvl="4">
              <a:spcBef>
                <a:spcPts val="0"/>
              </a:spcBef>
              <a:spcAft>
                <a:spcPts val="0"/>
              </a:spcAft>
              <a:buSzPts val="1400"/>
              <a:buFont typeface="Hepta Slab Medium"/>
              <a:buNone/>
              <a:defRPr>
                <a:latin typeface="Hepta Slab Medium"/>
                <a:ea typeface="Hepta Slab Medium"/>
                <a:cs typeface="Hepta Slab Medium"/>
                <a:sym typeface="Hepta Slab Medium"/>
              </a:defRPr>
            </a:lvl5pPr>
            <a:lvl6pPr lvl="5">
              <a:spcBef>
                <a:spcPts val="0"/>
              </a:spcBef>
              <a:spcAft>
                <a:spcPts val="0"/>
              </a:spcAft>
              <a:buSzPts val="1400"/>
              <a:buFont typeface="Hepta Slab Medium"/>
              <a:buNone/>
              <a:defRPr>
                <a:latin typeface="Hepta Slab Medium"/>
                <a:ea typeface="Hepta Slab Medium"/>
                <a:cs typeface="Hepta Slab Medium"/>
                <a:sym typeface="Hepta Slab Medium"/>
              </a:defRPr>
            </a:lvl6pPr>
            <a:lvl7pPr lvl="6">
              <a:spcBef>
                <a:spcPts val="0"/>
              </a:spcBef>
              <a:spcAft>
                <a:spcPts val="0"/>
              </a:spcAft>
              <a:buSzPts val="1400"/>
              <a:buFont typeface="Hepta Slab Medium"/>
              <a:buNone/>
              <a:defRPr>
                <a:latin typeface="Hepta Slab Medium"/>
                <a:ea typeface="Hepta Slab Medium"/>
                <a:cs typeface="Hepta Slab Medium"/>
                <a:sym typeface="Hepta Slab Medium"/>
              </a:defRPr>
            </a:lvl7pPr>
            <a:lvl8pPr lvl="7">
              <a:spcBef>
                <a:spcPts val="0"/>
              </a:spcBef>
              <a:spcAft>
                <a:spcPts val="0"/>
              </a:spcAft>
              <a:buSzPts val="1400"/>
              <a:buFont typeface="Hepta Slab Medium"/>
              <a:buNone/>
              <a:defRPr>
                <a:latin typeface="Hepta Slab Medium"/>
                <a:ea typeface="Hepta Slab Medium"/>
                <a:cs typeface="Hepta Slab Medium"/>
                <a:sym typeface="Hepta Slab Medium"/>
              </a:defRPr>
            </a:lvl8pPr>
            <a:lvl9pPr lvl="8">
              <a:spcBef>
                <a:spcPts val="0"/>
              </a:spcBef>
              <a:spcAft>
                <a:spcPts val="0"/>
              </a:spcAft>
              <a:buSzPts val="1400"/>
              <a:buFont typeface="Hepta Slab Medium"/>
              <a:buNone/>
              <a:defRPr>
                <a:latin typeface="Hepta Slab Medium"/>
                <a:ea typeface="Hepta Slab Medium"/>
                <a:cs typeface="Hepta Slab Medium"/>
                <a:sym typeface="Hepta Slab Medium"/>
              </a:defRPr>
            </a:lvl9pPr>
          </a:lstStyle>
          <a:p/>
        </p:txBody>
      </p:sp>
      <p:sp>
        <p:nvSpPr>
          <p:cNvPr id="366" name="Google Shape;366;p58"/>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a:buNone/>
              <a:defRPr sz="1100">
                <a:solidFill>
                  <a:schemeClr val="accent2"/>
                </a:solidFill>
              </a:defRPr>
            </a:lvl1pPr>
            <a:lvl2pPr lvl="1">
              <a:buNone/>
              <a:defRPr sz="1100">
                <a:solidFill>
                  <a:schemeClr val="accent2"/>
                </a:solidFill>
              </a:defRPr>
            </a:lvl2pPr>
            <a:lvl3pPr lvl="2">
              <a:buNone/>
              <a:defRPr sz="1100">
                <a:solidFill>
                  <a:schemeClr val="accent2"/>
                </a:solidFill>
              </a:defRPr>
            </a:lvl3pPr>
            <a:lvl4pPr lvl="3">
              <a:buNone/>
              <a:defRPr sz="1100">
                <a:solidFill>
                  <a:schemeClr val="accent2"/>
                </a:solidFill>
              </a:defRPr>
            </a:lvl4pPr>
            <a:lvl5pPr lvl="4">
              <a:buNone/>
              <a:defRPr sz="1100">
                <a:solidFill>
                  <a:schemeClr val="accent2"/>
                </a:solidFill>
              </a:defRPr>
            </a:lvl5pPr>
            <a:lvl6pPr lvl="5">
              <a:buNone/>
              <a:defRPr sz="1100">
                <a:solidFill>
                  <a:schemeClr val="accent2"/>
                </a:solidFill>
              </a:defRPr>
            </a:lvl6pPr>
            <a:lvl7pPr lvl="6">
              <a:buNone/>
              <a:defRPr sz="1100">
                <a:solidFill>
                  <a:schemeClr val="accent2"/>
                </a:solidFill>
              </a:defRPr>
            </a:lvl7pPr>
            <a:lvl8pPr lvl="7">
              <a:buNone/>
              <a:defRPr sz="1100">
                <a:solidFill>
                  <a:schemeClr val="accent2"/>
                </a:solidFill>
              </a:defRPr>
            </a:lvl8pPr>
            <a:lvl9pPr lvl="8">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1">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theme" Target="../theme/theme3.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9950" y="300125"/>
            <a:ext cx="8353800" cy="838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600"/>
              <a:buFont typeface="Hepta Slab"/>
              <a:buNone/>
              <a:defRPr sz="3600">
                <a:solidFill>
                  <a:schemeClr val="dk1"/>
                </a:solidFill>
                <a:latin typeface="Hepta Slab"/>
                <a:ea typeface="Hepta Slab"/>
                <a:cs typeface="Hepta Slab"/>
                <a:sym typeface="Hepta Slab"/>
              </a:defRPr>
            </a:lvl1pPr>
            <a:lvl2pPr lvl="1">
              <a:spcBef>
                <a:spcPts val="0"/>
              </a:spcBef>
              <a:spcAft>
                <a:spcPts val="0"/>
              </a:spcAft>
              <a:buSzPts val="1400"/>
              <a:buFont typeface="Hepta Slab"/>
              <a:buNone/>
              <a:defRPr>
                <a:latin typeface="Hepta Slab"/>
                <a:ea typeface="Hepta Slab"/>
                <a:cs typeface="Hepta Slab"/>
                <a:sym typeface="Hepta Slab"/>
              </a:defRPr>
            </a:lvl2pPr>
            <a:lvl3pPr lvl="2">
              <a:spcBef>
                <a:spcPts val="0"/>
              </a:spcBef>
              <a:spcAft>
                <a:spcPts val="0"/>
              </a:spcAft>
              <a:buSzPts val="1400"/>
              <a:buFont typeface="Hepta Slab"/>
              <a:buNone/>
              <a:defRPr>
                <a:latin typeface="Hepta Slab"/>
                <a:ea typeface="Hepta Slab"/>
                <a:cs typeface="Hepta Slab"/>
                <a:sym typeface="Hepta Slab"/>
              </a:defRPr>
            </a:lvl3pPr>
            <a:lvl4pPr lvl="3">
              <a:spcBef>
                <a:spcPts val="0"/>
              </a:spcBef>
              <a:spcAft>
                <a:spcPts val="0"/>
              </a:spcAft>
              <a:buSzPts val="1400"/>
              <a:buFont typeface="Hepta Slab"/>
              <a:buNone/>
              <a:defRPr>
                <a:latin typeface="Hepta Slab"/>
                <a:ea typeface="Hepta Slab"/>
                <a:cs typeface="Hepta Slab"/>
                <a:sym typeface="Hepta Slab"/>
              </a:defRPr>
            </a:lvl4pPr>
            <a:lvl5pPr lvl="4">
              <a:spcBef>
                <a:spcPts val="0"/>
              </a:spcBef>
              <a:spcAft>
                <a:spcPts val="0"/>
              </a:spcAft>
              <a:buSzPts val="1400"/>
              <a:buFont typeface="Hepta Slab"/>
              <a:buNone/>
              <a:defRPr>
                <a:latin typeface="Hepta Slab"/>
                <a:ea typeface="Hepta Slab"/>
                <a:cs typeface="Hepta Slab"/>
                <a:sym typeface="Hepta Slab"/>
              </a:defRPr>
            </a:lvl5pPr>
            <a:lvl6pPr lvl="5">
              <a:spcBef>
                <a:spcPts val="0"/>
              </a:spcBef>
              <a:spcAft>
                <a:spcPts val="0"/>
              </a:spcAft>
              <a:buSzPts val="1400"/>
              <a:buFont typeface="Hepta Slab"/>
              <a:buNone/>
              <a:defRPr>
                <a:latin typeface="Hepta Slab"/>
                <a:ea typeface="Hepta Slab"/>
                <a:cs typeface="Hepta Slab"/>
                <a:sym typeface="Hepta Slab"/>
              </a:defRPr>
            </a:lvl6pPr>
            <a:lvl7pPr lvl="6">
              <a:spcBef>
                <a:spcPts val="0"/>
              </a:spcBef>
              <a:spcAft>
                <a:spcPts val="0"/>
              </a:spcAft>
              <a:buSzPts val="1400"/>
              <a:buFont typeface="Hepta Slab"/>
              <a:buNone/>
              <a:defRPr>
                <a:latin typeface="Hepta Slab"/>
                <a:ea typeface="Hepta Slab"/>
                <a:cs typeface="Hepta Slab"/>
                <a:sym typeface="Hepta Slab"/>
              </a:defRPr>
            </a:lvl7pPr>
            <a:lvl8pPr lvl="7">
              <a:spcBef>
                <a:spcPts val="0"/>
              </a:spcBef>
              <a:spcAft>
                <a:spcPts val="0"/>
              </a:spcAft>
              <a:buSzPts val="1400"/>
              <a:buFont typeface="Hepta Slab"/>
              <a:buNone/>
              <a:defRPr>
                <a:latin typeface="Hepta Slab"/>
                <a:ea typeface="Hepta Slab"/>
                <a:cs typeface="Hepta Slab"/>
                <a:sym typeface="Hepta Slab"/>
              </a:defRPr>
            </a:lvl8pPr>
            <a:lvl9pPr lvl="8">
              <a:spcBef>
                <a:spcPts val="0"/>
              </a:spcBef>
              <a:spcAft>
                <a:spcPts val="0"/>
              </a:spcAft>
              <a:buSzPts val="1400"/>
              <a:buFont typeface="Hepta Slab"/>
              <a:buNone/>
              <a:defRPr>
                <a:latin typeface="Hepta Slab"/>
                <a:ea typeface="Hepta Slab"/>
                <a:cs typeface="Hepta Slab"/>
                <a:sym typeface="Hepta Slab"/>
              </a:defRPr>
            </a:lvl9pPr>
          </a:lstStyle>
          <a:p/>
        </p:txBody>
      </p:sp>
      <p:sp>
        <p:nvSpPr>
          <p:cNvPr id="52" name="Google Shape;52;p13"/>
          <p:cNvSpPr txBox="1"/>
          <p:nvPr>
            <p:ph idx="1" type="body"/>
          </p:nvPr>
        </p:nvSpPr>
        <p:spPr>
          <a:xfrm>
            <a:off x="536575" y="2676025"/>
            <a:ext cx="5275500" cy="2201100"/>
          </a:xfrm>
          <a:prstGeom prst="rect">
            <a:avLst/>
          </a:prstGeom>
          <a:noFill/>
          <a:ln>
            <a:noFill/>
          </a:ln>
        </p:spPr>
        <p:txBody>
          <a:bodyPr anchorCtr="0" anchor="t" bIns="91425" lIns="91425" spcFirstLastPara="1" rIns="91425" wrap="square" tIns="91425">
            <a:noAutofit/>
          </a:bodyPr>
          <a:lstStyle>
            <a:lvl1pPr indent="-323850" lvl="0" marL="457200">
              <a:spcBef>
                <a:spcPts val="0"/>
              </a:spcBef>
              <a:spcAft>
                <a:spcPts val="0"/>
              </a:spcAft>
              <a:buClr>
                <a:schemeClr val="dk1"/>
              </a:buClr>
              <a:buSzPts val="1500"/>
              <a:buFont typeface="Barlow Light"/>
              <a:buChar char="●"/>
              <a:defRPr sz="1500">
                <a:solidFill>
                  <a:schemeClr val="dk1"/>
                </a:solidFill>
                <a:latin typeface="Barlow Light"/>
                <a:ea typeface="Barlow Light"/>
                <a:cs typeface="Barlow Light"/>
                <a:sym typeface="Barlow Light"/>
              </a:defRPr>
            </a:lvl1pPr>
            <a:lvl2pPr indent="-317500" lvl="1" marL="914400">
              <a:spcBef>
                <a:spcPts val="0"/>
              </a:spcBef>
              <a:spcAft>
                <a:spcPts val="0"/>
              </a:spcAft>
              <a:buClr>
                <a:schemeClr val="dk1"/>
              </a:buClr>
              <a:buSzPts val="1400"/>
              <a:buFont typeface="Barlow Light"/>
              <a:buChar char="○"/>
              <a:defRPr>
                <a:solidFill>
                  <a:schemeClr val="dk1"/>
                </a:solidFill>
                <a:latin typeface="Barlow Light"/>
                <a:ea typeface="Barlow Light"/>
                <a:cs typeface="Barlow Light"/>
                <a:sym typeface="Barlow Light"/>
              </a:defRPr>
            </a:lvl2pPr>
            <a:lvl3pPr indent="-311150" lvl="2" marL="1371600">
              <a:spcBef>
                <a:spcPts val="0"/>
              </a:spcBef>
              <a:spcAft>
                <a:spcPts val="0"/>
              </a:spcAft>
              <a:buClr>
                <a:schemeClr val="dk1"/>
              </a:buClr>
              <a:buSzPts val="1300"/>
              <a:buFont typeface="Barlow Light"/>
              <a:buChar char="■"/>
              <a:defRPr sz="1300">
                <a:solidFill>
                  <a:schemeClr val="dk1"/>
                </a:solidFill>
                <a:latin typeface="Barlow Light"/>
                <a:ea typeface="Barlow Light"/>
                <a:cs typeface="Barlow Light"/>
                <a:sym typeface="Barlow Light"/>
              </a:defRPr>
            </a:lvl3pPr>
            <a:lvl4pPr indent="-304800" lvl="3" marL="1828800">
              <a:spcBef>
                <a:spcPts val="0"/>
              </a:spcBef>
              <a:spcAft>
                <a:spcPts val="0"/>
              </a:spcAft>
              <a:buClr>
                <a:schemeClr val="dk1"/>
              </a:buClr>
              <a:buSzPts val="1200"/>
              <a:buFont typeface="Barlow Light"/>
              <a:buChar char="●"/>
              <a:defRPr sz="1200">
                <a:solidFill>
                  <a:schemeClr val="dk1"/>
                </a:solidFill>
                <a:latin typeface="Barlow Light"/>
                <a:ea typeface="Barlow Light"/>
                <a:cs typeface="Barlow Light"/>
                <a:sym typeface="Barlow Light"/>
              </a:defRPr>
            </a:lvl4pPr>
            <a:lvl5pPr indent="-298450" lvl="4" marL="2286000">
              <a:spcBef>
                <a:spcPts val="0"/>
              </a:spcBef>
              <a:spcAft>
                <a:spcPts val="0"/>
              </a:spcAft>
              <a:buClr>
                <a:schemeClr val="dk1"/>
              </a:buClr>
              <a:buSzPts val="1100"/>
              <a:buFont typeface="Barlow Light"/>
              <a:buChar char="○"/>
              <a:defRPr sz="1100">
                <a:solidFill>
                  <a:schemeClr val="dk1"/>
                </a:solidFill>
                <a:latin typeface="Barlow Light"/>
                <a:ea typeface="Barlow Light"/>
                <a:cs typeface="Barlow Light"/>
                <a:sym typeface="Barlow Light"/>
              </a:defRPr>
            </a:lvl5pPr>
            <a:lvl6pPr indent="-292100" lvl="5" marL="2743200">
              <a:spcBef>
                <a:spcPts val="0"/>
              </a:spcBef>
              <a:spcAft>
                <a:spcPts val="0"/>
              </a:spcAft>
              <a:buClr>
                <a:schemeClr val="dk1"/>
              </a:buClr>
              <a:buSzPts val="1000"/>
              <a:buFont typeface="Barlow Light"/>
              <a:buChar char="■"/>
              <a:defRPr sz="1000">
                <a:solidFill>
                  <a:schemeClr val="dk1"/>
                </a:solidFill>
                <a:latin typeface="Barlow Light"/>
                <a:ea typeface="Barlow Light"/>
                <a:cs typeface="Barlow Light"/>
                <a:sym typeface="Barlow Light"/>
              </a:defRPr>
            </a:lvl6pPr>
            <a:lvl7pPr indent="-285750" lvl="6" marL="3200400">
              <a:spcBef>
                <a:spcPts val="0"/>
              </a:spcBef>
              <a:spcAft>
                <a:spcPts val="0"/>
              </a:spcAft>
              <a:buClr>
                <a:schemeClr val="dk1"/>
              </a:buClr>
              <a:buSzPts val="900"/>
              <a:buFont typeface="Barlow Light"/>
              <a:buChar char="●"/>
              <a:defRPr sz="900">
                <a:solidFill>
                  <a:schemeClr val="dk1"/>
                </a:solidFill>
                <a:latin typeface="Barlow Light"/>
                <a:ea typeface="Barlow Light"/>
                <a:cs typeface="Barlow Light"/>
                <a:sym typeface="Barlow Light"/>
              </a:defRPr>
            </a:lvl7pPr>
            <a:lvl8pPr indent="-279400" lvl="7" marL="3657600">
              <a:spcBef>
                <a:spcPts val="0"/>
              </a:spcBef>
              <a:spcAft>
                <a:spcPts val="0"/>
              </a:spcAft>
              <a:buClr>
                <a:schemeClr val="dk1"/>
              </a:buClr>
              <a:buSzPts val="800"/>
              <a:buFont typeface="Barlow Light"/>
              <a:buChar char="○"/>
              <a:defRPr sz="800">
                <a:solidFill>
                  <a:schemeClr val="dk1"/>
                </a:solidFill>
                <a:latin typeface="Barlow Light"/>
                <a:ea typeface="Barlow Light"/>
                <a:cs typeface="Barlow Light"/>
                <a:sym typeface="Barlow Light"/>
              </a:defRPr>
            </a:lvl8pPr>
            <a:lvl9pPr indent="-273050" lvl="8" marL="4114800">
              <a:spcBef>
                <a:spcPts val="0"/>
              </a:spcBef>
              <a:spcAft>
                <a:spcPts val="0"/>
              </a:spcAft>
              <a:buClr>
                <a:schemeClr val="dk1"/>
              </a:buClr>
              <a:buSzPts val="700"/>
              <a:buFont typeface="Barlow Light"/>
              <a:buChar char="■"/>
              <a:defRPr sz="800">
                <a:solidFill>
                  <a:schemeClr val="dk1"/>
                </a:solidFill>
                <a:latin typeface="Barlow Light"/>
                <a:ea typeface="Barlow Light"/>
                <a:cs typeface="Barlow Light"/>
                <a:sym typeface="Barlow Light"/>
              </a:defRPr>
            </a:lvl9pPr>
          </a:lstStyle>
          <a:p/>
        </p:txBody>
      </p:sp>
      <p:sp>
        <p:nvSpPr>
          <p:cNvPr id="53" name="Google Shape;5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Barlow Light"/>
                <a:ea typeface="Barlow Light"/>
                <a:cs typeface="Barlow Light"/>
                <a:sym typeface="Barlow Light"/>
              </a:defRPr>
            </a:lvl1pPr>
            <a:lvl2pPr lvl="1" algn="r">
              <a:buNone/>
              <a:defRPr sz="1300">
                <a:solidFill>
                  <a:schemeClr val="dk1"/>
                </a:solidFill>
                <a:latin typeface="Barlow Light"/>
                <a:ea typeface="Barlow Light"/>
                <a:cs typeface="Barlow Light"/>
                <a:sym typeface="Barlow Light"/>
              </a:defRPr>
            </a:lvl2pPr>
            <a:lvl3pPr lvl="2" algn="r">
              <a:buNone/>
              <a:defRPr sz="1300">
                <a:solidFill>
                  <a:schemeClr val="dk1"/>
                </a:solidFill>
                <a:latin typeface="Barlow Light"/>
                <a:ea typeface="Barlow Light"/>
                <a:cs typeface="Barlow Light"/>
                <a:sym typeface="Barlow Light"/>
              </a:defRPr>
            </a:lvl3pPr>
            <a:lvl4pPr lvl="3" algn="r">
              <a:buNone/>
              <a:defRPr sz="1300">
                <a:solidFill>
                  <a:schemeClr val="dk1"/>
                </a:solidFill>
                <a:latin typeface="Barlow Light"/>
                <a:ea typeface="Barlow Light"/>
                <a:cs typeface="Barlow Light"/>
                <a:sym typeface="Barlow Light"/>
              </a:defRPr>
            </a:lvl4pPr>
            <a:lvl5pPr lvl="4" algn="r">
              <a:buNone/>
              <a:defRPr sz="1300">
                <a:solidFill>
                  <a:schemeClr val="dk1"/>
                </a:solidFill>
                <a:latin typeface="Barlow Light"/>
                <a:ea typeface="Barlow Light"/>
                <a:cs typeface="Barlow Light"/>
                <a:sym typeface="Barlow Light"/>
              </a:defRPr>
            </a:lvl5pPr>
            <a:lvl6pPr lvl="5" algn="r">
              <a:buNone/>
              <a:defRPr sz="1300">
                <a:solidFill>
                  <a:schemeClr val="dk1"/>
                </a:solidFill>
                <a:latin typeface="Barlow Light"/>
                <a:ea typeface="Barlow Light"/>
                <a:cs typeface="Barlow Light"/>
                <a:sym typeface="Barlow Light"/>
              </a:defRPr>
            </a:lvl6pPr>
            <a:lvl7pPr lvl="6" algn="r">
              <a:buNone/>
              <a:defRPr sz="1300">
                <a:solidFill>
                  <a:schemeClr val="dk1"/>
                </a:solidFill>
                <a:latin typeface="Barlow Light"/>
                <a:ea typeface="Barlow Light"/>
                <a:cs typeface="Barlow Light"/>
                <a:sym typeface="Barlow Light"/>
              </a:defRPr>
            </a:lvl7pPr>
            <a:lvl8pPr lvl="7" algn="r">
              <a:buNone/>
              <a:defRPr sz="1300">
                <a:solidFill>
                  <a:schemeClr val="dk1"/>
                </a:solidFill>
                <a:latin typeface="Barlow Light"/>
                <a:ea typeface="Barlow Light"/>
                <a:cs typeface="Barlow Light"/>
                <a:sym typeface="Barlow Light"/>
              </a:defRPr>
            </a:lvl8pPr>
            <a:lvl9pPr lvl="8" algn="r">
              <a:buNone/>
              <a:defRPr sz="1300">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9"/>
          <p:cNvSpPr txBox="1"/>
          <p:nvPr>
            <p:ph type="title"/>
          </p:nvPr>
        </p:nvSpPr>
        <p:spPr>
          <a:xfrm>
            <a:off x="450450" y="876225"/>
            <a:ext cx="8243100" cy="1741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None/>
            </a:pPr>
            <a:r>
              <a:rPr lang="en" sz="3700"/>
              <a:t>Market Research Project: Feasibility of Introducing BODR E-Scooters in Pamplona</a:t>
            </a:r>
            <a:endParaRPr sz="3700"/>
          </a:p>
        </p:txBody>
      </p:sp>
      <p:sp>
        <p:nvSpPr>
          <p:cNvPr id="372" name="Google Shape;372;p59"/>
          <p:cNvSpPr txBox="1"/>
          <p:nvPr>
            <p:ph idx="1" type="body"/>
          </p:nvPr>
        </p:nvSpPr>
        <p:spPr>
          <a:xfrm>
            <a:off x="1607700" y="4236450"/>
            <a:ext cx="5941800" cy="1692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t>Michal Kosnik, Maximilian Nott, Moritz Arndt, Aleksandar Nemski, Miguel Angel Vich</a:t>
            </a:r>
            <a:endParaRPr/>
          </a:p>
        </p:txBody>
      </p:sp>
      <p:pic>
        <p:nvPicPr>
          <p:cNvPr id="373" name="Google Shape;373;p59"/>
          <p:cNvPicPr preferRelativeResize="0"/>
          <p:nvPr/>
        </p:nvPicPr>
        <p:blipFill>
          <a:blip r:embed="rId3">
            <a:alphaModFix/>
          </a:blip>
          <a:stretch>
            <a:fillRect/>
          </a:stretch>
        </p:blipFill>
        <p:spPr>
          <a:xfrm>
            <a:off x="2743575" y="2955922"/>
            <a:ext cx="942350" cy="942350"/>
          </a:xfrm>
          <a:prstGeom prst="rect">
            <a:avLst/>
          </a:prstGeom>
          <a:noFill/>
          <a:ln>
            <a:noFill/>
          </a:ln>
        </p:spPr>
      </p:pic>
      <p:pic>
        <p:nvPicPr>
          <p:cNvPr id="374" name="Google Shape;374;p59"/>
          <p:cNvPicPr preferRelativeResize="0"/>
          <p:nvPr/>
        </p:nvPicPr>
        <p:blipFill>
          <a:blip r:embed="rId4">
            <a:alphaModFix/>
          </a:blip>
          <a:stretch>
            <a:fillRect/>
          </a:stretch>
        </p:blipFill>
        <p:spPr>
          <a:xfrm>
            <a:off x="4646522" y="3038737"/>
            <a:ext cx="1695179" cy="7650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0"/>
          <p:cNvSpPr txBox="1"/>
          <p:nvPr>
            <p:ph idx="2" type="body"/>
          </p:nvPr>
        </p:nvSpPr>
        <p:spPr>
          <a:xfrm>
            <a:off x="685450" y="1974750"/>
            <a:ext cx="3579600" cy="238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latin typeface="Barlow"/>
                <a:ea typeface="Barlow"/>
                <a:cs typeface="Barlow"/>
                <a:sym typeface="Barlow"/>
              </a:rPr>
              <a:t>Objectives: </a:t>
            </a:r>
            <a:endParaRPr b="1" sz="1300">
              <a:latin typeface="Barlow"/>
              <a:ea typeface="Barlow"/>
              <a:cs typeface="Barlow"/>
              <a:sym typeface="Barlow"/>
            </a:endParaRPr>
          </a:p>
          <a:p>
            <a:pPr indent="0" lvl="0" marL="0" rtl="0" algn="l">
              <a:spcBef>
                <a:spcPts val="0"/>
              </a:spcBef>
              <a:spcAft>
                <a:spcPts val="0"/>
              </a:spcAft>
              <a:buNone/>
            </a:pPr>
            <a:r>
              <a:t/>
            </a:r>
            <a:endParaRPr b="1" sz="1300">
              <a:latin typeface="Barlow"/>
              <a:ea typeface="Barlow"/>
              <a:cs typeface="Barlow"/>
              <a:sym typeface="Barlow"/>
            </a:endParaRPr>
          </a:p>
          <a:p>
            <a:pPr indent="-311150" lvl="0" marL="457200" rtl="0" algn="l">
              <a:spcBef>
                <a:spcPts val="0"/>
              </a:spcBef>
              <a:spcAft>
                <a:spcPts val="0"/>
              </a:spcAft>
              <a:buSzPts val="1300"/>
              <a:buChar char="-"/>
            </a:pPr>
            <a:r>
              <a:rPr lang="en" sz="1300"/>
              <a:t>Feasibility of introducing BODR e-scooters to university </a:t>
            </a:r>
            <a:r>
              <a:rPr lang="en" sz="1300"/>
              <a:t>students</a:t>
            </a:r>
            <a:r>
              <a:rPr lang="en" sz="1300"/>
              <a:t> in Pamplona</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Evaluate commuting habits and preferences</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Identify barriers and motivators for adoption of e-scooters</a:t>
            </a:r>
            <a:endParaRPr sz="1300"/>
          </a:p>
          <a:p>
            <a:pPr indent="0" lvl="0" marL="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Recommend strategies for BODR’s market entry</a:t>
            </a:r>
            <a:endParaRPr sz="1300"/>
          </a:p>
        </p:txBody>
      </p:sp>
      <p:sp>
        <p:nvSpPr>
          <p:cNvPr id="380" name="Google Shape;380;p60"/>
          <p:cNvSpPr txBox="1"/>
          <p:nvPr>
            <p:ph idx="3" type="body"/>
          </p:nvPr>
        </p:nvSpPr>
        <p:spPr>
          <a:xfrm>
            <a:off x="4601077" y="1974750"/>
            <a:ext cx="3579600" cy="238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latin typeface="Barlow"/>
                <a:ea typeface="Barlow"/>
                <a:cs typeface="Barlow"/>
                <a:sym typeface="Barlow"/>
              </a:rPr>
              <a:t>Research questions:</a:t>
            </a:r>
            <a:endParaRPr b="1" sz="1300">
              <a:latin typeface="Barlow"/>
              <a:ea typeface="Barlow"/>
              <a:cs typeface="Barlow"/>
              <a:sym typeface="Barlow"/>
            </a:endParaRPr>
          </a:p>
          <a:p>
            <a:pPr indent="0" lvl="0" marL="0" rtl="0" algn="l">
              <a:spcBef>
                <a:spcPts val="0"/>
              </a:spcBef>
              <a:spcAft>
                <a:spcPts val="0"/>
              </a:spcAft>
              <a:buNone/>
            </a:pPr>
            <a:r>
              <a:t/>
            </a:r>
            <a:endParaRPr b="1" sz="1300">
              <a:latin typeface="Barlow"/>
              <a:ea typeface="Barlow"/>
              <a:cs typeface="Barlow"/>
              <a:sym typeface="Barlow"/>
            </a:endParaRPr>
          </a:p>
          <a:p>
            <a:pPr indent="-311150" lvl="0" marL="457200" rtl="0" algn="l">
              <a:spcBef>
                <a:spcPts val="0"/>
              </a:spcBef>
              <a:spcAft>
                <a:spcPts val="0"/>
              </a:spcAft>
              <a:buSzPts val="1300"/>
              <a:buChar char="-"/>
            </a:pPr>
            <a:r>
              <a:rPr lang="en" sz="1300"/>
              <a:t>What factors would influence students adopting e-scooters in Pamplona?</a:t>
            </a:r>
            <a:endParaRPr sz="1300"/>
          </a:p>
          <a:p>
            <a:pPr indent="0" lvl="0" marL="457200" rtl="0" algn="l">
              <a:spcBef>
                <a:spcPts val="0"/>
              </a:spcBef>
              <a:spcAft>
                <a:spcPts val="0"/>
              </a:spcAft>
              <a:buNone/>
            </a:pPr>
            <a:r>
              <a:rPr lang="en" sz="1300"/>
              <a:t> </a:t>
            </a:r>
            <a:endParaRPr sz="1300"/>
          </a:p>
          <a:p>
            <a:pPr indent="-311150" lvl="0" marL="457200" rtl="0" algn="l">
              <a:spcBef>
                <a:spcPts val="0"/>
              </a:spcBef>
              <a:spcAft>
                <a:spcPts val="0"/>
              </a:spcAft>
              <a:buSzPts val="1300"/>
              <a:buChar char="-"/>
            </a:pPr>
            <a:r>
              <a:rPr lang="en" sz="1300"/>
              <a:t>Are e-scooters a viable solution for students’ commuting needs?</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Is the current pricing and infrastructure suitable to support adoption? Are changes needed?</a:t>
            </a:r>
            <a:endParaRPr sz="1300"/>
          </a:p>
        </p:txBody>
      </p:sp>
      <p:sp>
        <p:nvSpPr>
          <p:cNvPr id="381" name="Google Shape;381;p60"/>
          <p:cNvSpPr txBox="1"/>
          <p:nvPr>
            <p:ph idx="1" type="subTitle"/>
          </p:nvPr>
        </p:nvSpPr>
        <p:spPr>
          <a:xfrm>
            <a:off x="791150" y="522625"/>
            <a:ext cx="5173200" cy="976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Introduction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1"/>
          <p:cNvSpPr txBox="1"/>
          <p:nvPr>
            <p:ph idx="2" type="body"/>
          </p:nvPr>
        </p:nvSpPr>
        <p:spPr>
          <a:xfrm>
            <a:off x="3347725" y="1940375"/>
            <a:ext cx="2455500" cy="26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Barlow"/>
                <a:ea typeface="Barlow"/>
                <a:cs typeface="Barlow"/>
                <a:sym typeface="Barlow"/>
              </a:rPr>
              <a:t>Survey:</a:t>
            </a:r>
            <a:endParaRPr b="1">
              <a:latin typeface="Barlow"/>
              <a:ea typeface="Barlow"/>
              <a:cs typeface="Barlow"/>
              <a:sym typeface="Barlow"/>
            </a:endParaRPr>
          </a:p>
          <a:p>
            <a:pPr indent="-323850" lvl="0" marL="457200" rtl="0" algn="l">
              <a:spcBef>
                <a:spcPts val="0"/>
              </a:spcBef>
              <a:spcAft>
                <a:spcPts val="0"/>
              </a:spcAft>
              <a:buSzPts val="1500"/>
              <a:buChar char="-"/>
            </a:pPr>
            <a:r>
              <a:rPr lang="en"/>
              <a:t>55 respondents</a:t>
            </a:r>
            <a:endParaRPr/>
          </a:p>
          <a:p>
            <a:pPr indent="-323850" lvl="0" marL="457200" rtl="0" algn="l">
              <a:spcBef>
                <a:spcPts val="0"/>
              </a:spcBef>
              <a:spcAft>
                <a:spcPts val="0"/>
              </a:spcAft>
              <a:buSzPts val="1500"/>
              <a:buChar char="-"/>
            </a:pPr>
            <a:r>
              <a:rPr lang="en"/>
              <a:t>Commuting habits, affordability, infrastructure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latin typeface="Barlow"/>
                <a:ea typeface="Barlow"/>
                <a:cs typeface="Barlow"/>
                <a:sym typeface="Barlow"/>
              </a:rPr>
              <a:t>Focus groups:</a:t>
            </a:r>
            <a:endParaRPr b="1">
              <a:latin typeface="Barlow"/>
              <a:ea typeface="Barlow"/>
              <a:cs typeface="Barlow"/>
              <a:sym typeface="Barlow"/>
            </a:endParaRPr>
          </a:p>
          <a:p>
            <a:pPr indent="-323850" lvl="0" marL="457200" rtl="0" algn="l">
              <a:spcBef>
                <a:spcPts val="0"/>
              </a:spcBef>
              <a:spcAft>
                <a:spcPts val="0"/>
              </a:spcAft>
              <a:buSzPts val="1500"/>
              <a:buChar char="-"/>
            </a:pPr>
            <a:r>
              <a:rPr lang="en"/>
              <a:t>8 sessions, 4-5 participants each</a:t>
            </a:r>
            <a:endParaRPr/>
          </a:p>
          <a:p>
            <a:pPr indent="-323850" lvl="0" marL="457200" rtl="0" algn="l">
              <a:spcBef>
                <a:spcPts val="0"/>
              </a:spcBef>
              <a:spcAft>
                <a:spcPts val="0"/>
              </a:spcAft>
              <a:buSzPts val="1500"/>
              <a:buChar char="-"/>
            </a:pPr>
            <a:r>
              <a:rPr lang="en"/>
              <a:t>Discussion of motivators, barriers and perceptions</a:t>
            </a:r>
            <a:endParaRPr/>
          </a:p>
        </p:txBody>
      </p:sp>
      <p:sp>
        <p:nvSpPr>
          <p:cNvPr id="387" name="Google Shape;387;p61"/>
          <p:cNvSpPr txBox="1"/>
          <p:nvPr>
            <p:ph idx="1" type="body"/>
          </p:nvPr>
        </p:nvSpPr>
        <p:spPr>
          <a:xfrm>
            <a:off x="483175" y="1940400"/>
            <a:ext cx="2455500" cy="26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Barlow"/>
                <a:ea typeface="Barlow"/>
                <a:cs typeface="Barlow"/>
                <a:sym typeface="Barlow"/>
              </a:rPr>
              <a:t>Quantitative (survey):</a:t>
            </a:r>
            <a:endParaRPr b="1">
              <a:latin typeface="Barlow"/>
              <a:ea typeface="Barlow"/>
              <a:cs typeface="Barlow"/>
              <a:sym typeface="Barlow"/>
            </a:endParaRPr>
          </a:p>
          <a:p>
            <a:pPr indent="-323850" lvl="0" marL="457200" rtl="0" algn="l">
              <a:spcBef>
                <a:spcPts val="0"/>
              </a:spcBef>
              <a:spcAft>
                <a:spcPts val="0"/>
              </a:spcAft>
              <a:buSzPts val="1500"/>
              <a:buChar char="-"/>
            </a:pPr>
            <a:r>
              <a:rPr lang="en"/>
              <a:t>Captures statistical trends</a:t>
            </a:r>
            <a:endParaRPr/>
          </a:p>
          <a:p>
            <a:pPr indent="-323850" lvl="0" marL="457200" rtl="0" algn="l">
              <a:spcBef>
                <a:spcPts val="0"/>
              </a:spcBef>
              <a:spcAft>
                <a:spcPts val="0"/>
              </a:spcAft>
              <a:buSzPts val="1500"/>
              <a:buChar char="-"/>
            </a:pPr>
            <a:r>
              <a:rPr lang="en"/>
              <a:t>Empirical data that can be graphed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latin typeface="Barlow"/>
                <a:ea typeface="Barlow"/>
                <a:cs typeface="Barlow"/>
                <a:sym typeface="Barlow"/>
              </a:rPr>
              <a:t>Qualitative</a:t>
            </a:r>
            <a:r>
              <a:rPr b="1" lang="en">
                <a:latin typeface="Barlow"/>
                <a:ea typeface="Barlow"/>
                <a:cs typeface="Barlow"/>
                <a:sym typeface="Barlow"/>
              </a:rPr>
              <a:t> (focus group):</a:t>
            </a:r>
            <a:endParaRPr b="1">
              <a:latin typeface="Barlow"/>
              <a:ea typeface="Barlow"/>
              <a:cs typeface="Barlow"/>
              <a:sym typeface="Barlow"/>
            </a:endParaRPr>
          </a:p>
          <a:p>
            <a:pPr indent="-323850" lvl="0" marL="457200" rtl="0" algn="l">
              <a:spcBef>
                <a:spcPts val="0"/>
              </a:spcBef>
              <a:spcAft>
                <a:spcPts val="0"/>
              </a:spcAft>
              <a:buSzPts val="1500"/>
              <a:buChar char="-"/>
            </a:pPr>
            <a:r>
              <a:rPr lang="en"/>
              <a:t>Deeper insights into behaviours and preferences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88" name="Google Shape;388;p61"/>
          <p:cNvSpPr txBox="1"/>
          <p:nvPr>
            <p:ph idx="3" type="body"/>
          </p:nvPr>
        </p:nvSpPr>
        <p:spPr>
          <a:xfrm>
            <a:off x="6212275" y="1940400"/>
            <a:ext cx="2455500" cy="26838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a:t>Random sampling for surveys and focus groups</a:t>
            </a:r>
            <a:endParaRPr/>
          </a:p>
          <a:p>
            <a:pPr indent="-323850" lvl="0" marL="457200" rtl="0" algn="l">
              <a:spcBef>
                <a:spcPts val="0"/>
              </a:spcBef>
              <a:spcAft>
                <a:spcPts val="0"/>
              </a:spcAft>
              <a:buSzPts val="1500"/>
              <a:buChar char="-"/>
            </a:pPr>
            <a:r>
              <a:rPr lang="en"/>
              <a:t>Snowball sampling as backup</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latin typeface="Barlow"/>
                <a:ea typeface="Barlow"/>
                <a:cs typeface="Barlow"/>
                <a:sym typeface="Barlow"/>
              </a:rPr>
              <a:t>Target population:</a:t>
            </a:r>
            <a:endParaRPr b="1">
              <a:latin typeface="Barlow"/>
              <a:ea typeface="Barlow"/>
              <a:cs typeface="Barlow"/>
              <a:sym typeface="Barlow"/>
            </a:endParaRPr>
          </a:p>
          <a:p>
            <a:pPr indent="-323850" lvl="0" marL="457200" rtl="0" algn="l">
              <a:spcBef>
                <a:spcPts val="0"/>
              </a:spcBef>
              <a:spcAft>
                <a:spcPts val="0"/>
              </a:spcAft>
              <a:buSzPts val="1500"/>
              <a:buChar char="-"/>
            </a:pPr>
            <a:r>
              <a:rPr lang="en"/>
              <a:t>University students</a:t>
            </a:r>
            <a:endParaRPr/>
          </a:p>
          <a:p>
            <a:pPr indent="-323850" lvl="0" marL="457200" rtl="0" algn="l">
              <a:spcBef>
                <a:spcPts val="0"/>
              </a:spcBef>
              <a:spcAft>
                <a:spcPts val="0"/>
              </a:spcAft>
              <a:buSzPts val="1500"/>
              <a:buChar char="-"/>
            </a:pPr>
            <a:r>
              <a:rPr lang="en"/>
              <a:t>Ages 18-30</a:t>
            </a:r>
            <a:endParaRPr/>
          </a:p>
          <a:p>
            <a:pPr indent="-323850" lvl="0" marL="457200" rtl="0" algn="l">
              <a:spcBef>
                <a:spcPts val="0"/>
              </a:spcBef>
              <a:spcAft>
                <a:spcPts val="0"/>
              </a:spcAft>
              <a:buSzPts val="1500"/>
              <a:buChar char="-"/>
            </a:pPr>
            <a:r>
              <a:rPr lang="en"/>
              <a:t>Living in Pamplona</a:t>
            </a:r>
            <a:endParaRPr/>
          </a:p>
        </p:txBody>
      </p:sp>
      <p:sp>
        <p:nvSpPr>
          <p:cNvPr id="389" name="Google Shape;389;p61"/>
          <p:cNvSpPr txBox="1"/>
          <p:nvPr>
            <p:ph type="title"/>
          </p:nvPr>
        </p:nvSpPr>
        <p:spPr>
          <a:xfrm>
            <a:off x="483175" y="275200"/>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Research Methodology</a:t>
            </a:r>
            <a:endParaRPr/>
          </a:p>
        </p:txBody>
      </p:sp>
      <p:sp>
        <p:nvSpPr>
          <p:cNvPr id="390" name="Google Shape;390;p61"/>
          <p:cNvSpPr txBox="1"/>
          <p:nvPr>
            <p:ph idx="4" type="subTitle"/>
          </p:nvPr>
        </p:nvSpPr>
        <p:spPr>
          <a:xfrm>
            <a:off x="483175" y="1169225"/>
            <a:ext cx="2455500" cy="40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Mixed-methods Approach</a:t>
            </a:r>
            <a:endParaRPr/>
          </a:p>
        </p:txBody>
      </p:sp>
      <p:sp>
        <p:nvSpPr>
          <p:cNvPr id="391" name="Google Shape;391;p61"/>
          <p:cNvSpPr txBox="1"/>
          <p:nvPr>
            <p:ph idx="5" type="subTitle"/>
          </p:nvPr>
        </p:nvSpPr>
        <p:spPr>
          <a:xfrm>
            <a:off x="3347725" y="1169225"/>
            <a:ext cx="2455500" cy="40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Collection</a:t>
            </a:r>
            <a:endParaRPr/>
          </a:p>
        </p:txBody>
      </p:sp>
      <p:sp>
        <p:nvSpPr>
          <p:cNvPr id="392" name="Google Shape;392;p61"/>
          <p:cNvSpPr txBox="1"/>
          <p:nvPr>
            <p:ph idx="6" type="subTitle"/>
          </p:nvPr>
        </p:nvSpPr>
        <p:spPr>
          <a:xfrm>
            <a:off x="6212275" y="1169225"/>
            <a:ext cx="2455500" cy="40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Sampling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2"/>
          <p:cNvSpPr txBox="1"/>
          <p:nvPr>
            <p:ph idx="2" type="title"/>
          </p:nvPr>
        </p:nvSpPr>
        <p:spPr>
          <a:xfrm>
            <a:off x="697350" y="939950"/>
            <a:ext cx="7749300" cy="19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000"/>
              <a:t>Key Findings:</a:t>
            </a:r>
            <a:endParaRPr sz="10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3"/>
          <p:cNvSpPr txBox="1"/>
          <p:nvPr>
            <p:ph idx="1" type="subTitle"/>
          </p:nvPr>
        </p:nvSpPr>
        <p:spPr>
          <a:xfrm>
            <a:off x="791150" y="522625"/>
            <a:ext cx="5938800" cy="110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Financial Insights</a:t>
            </a:r>
            <a:endParaRPr/>
          </a:p>
        </p:txBody>
      </p:sp>
      <p:sp>
        <p:nvSpPr>
          <p:cNvPr id="403" name="Google Shape;403;p63"/>
          <p:cNvSpPr txBox="1"/>
          <p:nvPr>
            <p:ph idx="2" type="body"/>
          </p:nvPr>
        </p:nvSpPr>
        <p:spPr>
          <a:xfrm>
            <a:off x="4288300" y="2065225"/>
            <a:ext cx="4497300" cy="277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latin typeface="Barlow"/>
                <a:ea typeface="Barlow"/>
                <a:cs typeface="Barlow"/>
                <a:sym typeface="Barlow"/>
              </a:rPr>
              <a:t>Financial situation ratings:</a:t>
            </a:r>
            <a:endParaRPr b="1" sz="1400">
              <a:latin typeface="Barlow"/>
              <a:ea typeface="Barlow"/>
              <a:cs typeface="Barlow"/>
              <a:sym typeface="Barlow"/>
            </a:endParaRPr>
          </a:p>
          <a:p>
            <a:pPr indent="-317500" lvl="0" marL="457200" rtl="0" algn="l">
              <a:spcBef>
                <a:spcPts val="0"/>
              </a:spcBef>
              <a:spcAft>
                <a:spcPts val="0"/>
              </a:spcAft>
              <a:buSzPts val="1400"/>
              <a:buChar char="-"/>
            </a:pPr>
            <a:r>
              <a:rPr lang="en" sz="1400"/>
              <a:t>Average self-rating of financial situation: 3.16/5</a:t>
            </a:r>
            <a:endParaRPr sz="1400"/>
          </a:p>
          <a:p>
            <a:pPr indent="-317500" lvl="0" marL="457200" rtl="0" algn="l">
              <a:spcBef>
                <a:spcPts val="0"/>
              </a:spcBef>
              <a:spcAft>
                <a:spcPts val="0"/>
              </a:spcAft>
              <a:buSzPts val="1400"/>
              <a:buChar char="-"/>
            </a:pPr>
            <a:r>
              <a:rPr lang="en" sz="1400"/>
              <a:t>Indicates moderate financial capability among students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b="1" lang="en" sz="1400">
                <a:latin typeface="Barlow"/>
                <a:ea typeface="Barlow"/>
                <a:cs typeface="Barlow"/>
                <a:sym typeface="Barlow"/>
              </a:rPr>
              <a:t>Price sensitivity:</a:t>
            </a:r>
            <a:endParaRPr b="1" sz="1400">
              <a:latin typeface="Barlow"/>
              <a:ea typeface="Barlow"/>
              <a:cs typeface="Barlow"/>
              <a:sym typeface="Barlow"/>
            </a:endParaRPr>
          </a:p>
          <a:p>
            <a:pPr indent="-317500" lvl="0" marL="457200" rtl="0" algn="l">
              <a:spcBef>
                <a:spcPts val="0"/>
              </a:spcBef>
              <a:spcAft>
                <a:spcPts val="0"/>
              </a:spcAft>
              <a:buSzPts val="1400"/>
              <a:buChar char="-"/>
            </a:pPr>
            <a:r>
              <a:rPr lang="en" sz="1400"/>
              <a:t>Preferred maximum spend for e-scooters: €100–200 (50% of respondents)</a:t>
            </a:r>
            <a:endParaRPr sz="1400"/>
          </a:p>
          <a:p>
            <a:pPr indent="-317500" lvl="0" marL="457200" rtl="0" algn="l">
              <a:spcBef>
                <a:spcPts val="0"/>
              </a:spcBef>
              <a:spcAft>
                <a:spcPts val="0"/>
              </a:spcAft>
              <a:buSzPts val="1400"/>
              <a:buChar char="-"/>
            </a:pPr>
            <a:r>
              <a:rPr lang="en" sz="1400"/>
              <a:t>Only 9% are open to spending over €300</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b="1" lang="en" sz="1400">
                <a:latin typeface="Barlow"/>
                <a:ea typeface="Barlow"/>
                <a:cs typeface="Barlow"/>
                <a:sym typeface="Barlow"/>
              </a:rPr>
              <a:t>Affordability as a barrier:</a:t>
            </a:r>
            <a:endParaRPr b="1" sz="1400">
              <a:latin typeface="Barlow"/>
              <a:ea typeface="Barlow"/>
              <a:cs typeface="Barlow"/>
              <a:sym typeface="Barlow"/>
            </a:endParaRPr>
          </a:p>
          <a:p>
            <a:pPr indent="-317500" lvl="0" marL="457200" rtl="0" algn="l">
              <a:spcBef>
                <a:spcPts val="0"/>
              </a:spcBef>
              <a:spcAft>
                <a:spcPts val="0"/>
              </a:spcAft>
              <a:buSzPts val="1400"/>
              <a:buChar char="-"/>
            </a:pPr>
            <a:r>
              <a:rPr lang="en" sz="1400"/>
              <a:t>67% say cost is the primary reason for not using e-scooters</a:t>
            </a:r>
            <a:endParaRPr sz="1400"/>
          </a:p>
        </p:txBody>
      </p:sp>
      <p:pic>
        <p:nvPicPr>
          <p:cNvPr descr="A pie chart with numbers and a number&#10;&#10;Description automatically generated" id="404" name="Google Shape;404;p63"/>
          <p:cNvPicPr preferRelativeResize="0"/>
          <p:nvPr/>
        </p:nvPicPr>
        <p:blipFill rotWithShape="1">
          <a:blip r:embed="rId3">
            <a:alphaModFix/>
          </a:blip>
          <a:srcRect b="2343" l="21760" r="19730" t="14566"/>
          <a:stretch/>
        </p:blipFill>
        <p:spPr>
          <a:xfrm>
            <a:off x="608950" y="2182325"/>
            <a:ext cx="2921700" cy="25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4"/>
          <p:cNvSpPr txBox="1"/>
          <p:nvPr>
            <p:ph idx="1" type="subTitle"/>
          </p:nvPr>
        </p:nvSpPr>
        <p:spPr>
          <a:xfrm>
            <a:off x="791150" y="404900"/>
            <a:ext cx="5173200" cy="976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Transportation Habits</a:t>
            </a:r>
            <a:endParaRPr/>
          </a:p>
        </p:txBody>
      </p:sp>
      <p:sp>
        <p:nvSpPr>
          <p:cNvPr id="410" name="Google Shape;410;p64"/>
          <p:cNvSpPr txBox="1"/>
          <p:nvPr>
            <p:ph idx="2" type="body"/>
          </p:nvPr>
        </p:nvSpPr>
        <p:spPr>
          <a:xfrm>
            <a:off x="685450" y="2180950"/>
            <a:ext cx="3579600" cy="238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latin typeface="Barlow"/>
                <a:ea typeface="Barlow"/>
                <a:cs typeface="Barlow"/>
                <a:sym typeface="Barlow"/>
              </a:rPr>
              <a:t>Commuting methods:</a:t>
            </a:r>
            <a:endParaRPr b="1" sz="1400">
              <a:latin typeface="Barlow"/>
              <a:ea typeface="Barlow"/>
              <a:cs typeface="Barlow"/>
              <a:sym typeface="Barlow"/>
            </a:endParaRPr>
          </a:p>
          <a:p>
            <a:pPr indent="0" lvl="0" marL="0" rtl="0" algn="l">
              <a:spcBef>
                <a:spcPts val="0"/>
              </a:spcBef>
              <a:spcAft>
                <a:spcPts val="0"/>
              </a:spcAft>
              <a:buNone/>
            </a:pPr>
            <a:r>
              <a:rPr lang="en" sz="1400"/>
              <a:t>Walking: 70%</a:t>
            </a:r>
            <a:endParaRPr sz="1400"/>
          </a:p>
          <a:p>
            <a:pPr indent="0" lvl="0" marL="0" rtl="0" algn="l">
              <a:spcBef>
                <a:spcPts val="0"/>
              </a:spcBef>
              <a:spcAft>
                <a:spcPts val="0"/>
              </a:spcAft>
              <a:buNone/>
            </a:pPr>
            <a:r>
              <a:rPr lang="en" sz="1400"/>
              <a:t>Bus: 16%</a:t>
            </a:r>
            <a:endParaRPr sz="1400"/>
          </a:p>
          <a:p>
            <a:pPr indent="0" lvl="0" marL="0" rtl="0" algn="l">
              <a:spcBef>
                <a:spcPts val="0"/>
              </a:spcBef>
              <a:spcAft>
                <a:spcPts val="0"/>
              </a:spcAft>
              <a:buNone/>
            </a:pPr>
            <a:r>
              <a:rPr lang="en" sz="1400"/>
              <a:t>Other: 14%</a:t>
            </a:r>
            <a:endParaRPr sz="1400"/>
          </a:p>
          <a:p>
            <a:pPr indent="0" lvl="0" marL="0" rtl="0" algn="l">
              <a:spcBef>
                <a:spcPts val="0"/>
              </a:spcBef>
              <a:spcAft>
                <a:spcPts val="0"/>
              </a:spcAft>
              <a:buNone/>
            </a:pPr>
            <a:r>
              <a:t/>
            </a:r>
            <a:endParaRPr b="1" sz="1400">
              <a:latin typeface="Barlow"/>
              <a:ea typeface="Barlow"/>
              <a:cs typeface="Barlow"/>
              <a:sym typeface="Barlow"/>
            </a:endParaRPr>
          </a:p>
          <a:p>
            <a:pPr indent="0" lvl="0" marL="0" rtl="0" algn="l">
              <a:spcBef>
                <a:spcPts val="0"/>
              </a:spcBef>
              <a:spcAft>
                <a:spcPts val="0"/>
              </a:spcAft>
              <a:buNone/>
            </a:pPr>
            <a:r>
              <a:rPr b="1" lang="en" sz="1400">
                <a:latin typeface="Barlow"/>
                <a:ea typeface="Barlow"/>
                <a:cs typeface="Barlow"/>
                <a:sym typeface="Barlow"/>
              </a:rPr>
              <a:t>Commuting times:</a:t>
            </a:r>
            <a:endParaRPr b="1" sz="1400">
              <a:latin typeface="Barlow"/>
              <a:ea typeface="Barlow"/>
              <a:cs typeface="Barlow"/>
              <a:sym typeface="Barlow"/>
            </a:endParaRPr>
          </a:p>
          <a:p>
            <a:pPr indent="-317500" lvl="0" marL="457200" rtl="0" algn="l">
              <a:spcBef>
                <a:spcPts val="0"/>
              </a:spcBef>
              <a:spcAft>
                <a:spcPts val="0"/>
              </a:spcAft>
              <a:buSzPts val="1400"/>
              <a:buChar char="-"/>
            </a:pPr>
            <a:r>
              <a:rPr lang="en" sz="1400"/>
              <a:t>62% &lt; 20 minutes</a:t>
            </a:r>
            <a:endParaRPr sz="1400"/>
          </a:p>
          <a:p>
            <a:pPr indent="-317500" lvl="0" marL="457200" rtl="0" algn="l">
              <a:spcBef>
                <a:spcPts val="0"/>
              </a:spcBef>
              <a:spcAft>
                <a:spcPts val="0"/>
              </a:spcAft>
              <a:buSzPts val="1400"/>
              <a:buChar char="-"/>
            </a:pPr>
            <a:r>
              <a:rPr lang="en" sz="1400"/>
              <a:t>38% &gt; 20 minutes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Students with commutes of over 20 minutes represent a potential market for e-scooters</a:t>
            </a:r>
            <a:endParaRPr sz="1400"/>
          </a:p>
        </p:txBody>
      </p:sp>
      <p:pic>
        <p:nvPicPr>
          <p:cNvPr descr="A diagram of a commute method&#10;&#10;Description automatically generated" id="411" name="Google Shape;411;p64"/>
          <p:cNvPicPr preferRelativeResize="0"/>
          <p:nvPr/>
        </p:nvPicPr>
        <p:blipFill rotWithShape="1">
          <a:blip r:embed="rId3">
            <a:alphaModFix/>
          </a:blip>
          <a:srcRect b="2193" l="27185" r="23125" t="3271"/>
          <a:stretch/>
        </p:blipFill>
        <p:spPr>
          <a:xfrm>
            <a:off x="5243025" y="2054612"/>
            <a:ext cx="2509600" cy="2672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65"/>
          <p:cNvSpPr txBox="1"/>
          <p:nvPr>
            <p:ph idx="1" type="subTitle"/>
          </p:nvPr>
        </p:nvSpPr>
        <p:spPr>
          <a:xfrm>
            <a:off x="801850" y="404900"/>
            <a:ext cx="4977300" cy="110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E-scooter Perceptions</a:t>
            </a:r>
            <a:endParaRPr/>
          </a:p>
        </p:txBody>
      </p:sp>
      <p:sp>
        <p:nvSpPr>
          <p:cNvPr id="417" name="Google Shape;417;p65"/>
          <p:cNvSpPr txBox="1"/>
          <p:nvPr>
            <p:ph idx="2" type="body"/>
          </p:nvPr>
        </p:nvSpPr>
        <p:spPr>
          <a:xfrm>
            <a:off x="714950" y="1989025"/>
            <a:ext cx="2792400" cy="280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Barlow"/>
                <a:ea typeface="Barlow"/>
                <a:cs typeface="Barlow"/>
                <a:sym typeface="Barlow"/>
              </a:rPr>
              <a:t>Interest:</a:t>
            </a:r>
            <a:endParaRPr b="1">
              <a:latin typeface="Barlow"/>
              <a:ea typeface="Barlow"/>
              <a:cs typeface="Barlow"/>
              <a:sym typeface="Barlow"/>
            </a:endParaRPr>
          </a:p>
          <a:p>
            <a:pPr indent="-323850" lvl="0" marL="457200" rtl="0" algn="l">
              <a:spcBef>
                <a:spcPts val="0"/>
              </a:spcBef>
              <a:spcAft>
                <a:spcPts val="0"/>
              </a:spcAft>
              <a:buSzPts val="1500"/>
              <a:buChar char="-"/>
            </a:pPr>
            <a:r>
              <a:rPr lang="en"/>
              <a:t>31% of students are open to considering e-scooters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latin typeface="Barlow"/>
                <a:ea typeface="Barlow"/>
                <a:cs typeface="Barlow"/>
                <a:sym typeface="Barlow"/>
              </a:rPr>
              <a:t>Barriers:</a:t>
            </a:r>
            <a:endParaRPr b="1">
              <a:latin typeface="Barlow"/>
              <a:ea typeface="Barlow"/>
              <a:cs typeface="Barlow"/>
              <a:sym typeface="Barlow"/>
            </a:endParaRPr>
          </a:p>
          <a:p>
            <a:pPr indent="-323850" lvl="0" marL="457200" rtl="0" algn="l">
              <a:spcBef>
                <a:spcPts val="0"/>
              </a:spcBef>
              <a:spcAft>
                <a:spcPts val="0"/>
              </a:spcAft>
              <a:buSzPts val="1500"/>
              <a:buChar char="-"/>
            </a:pPr>
            <a:r>
              <a:rPr lang="en"/>
              <a:t>Affordability : 42%</a:t>
            </a:r>
            <a:endParaRPr/>
          </a:p>
          <a:p>
            <a:pPr indent="-323850" lvl="0" marL="457200" rtl="0" algn="l">
              <a:spcBef>
                <a:spcPts val="0"/>
              </a:spcBef>
              <a:spcAft>
                <a:spcPts val="0"/>
              </a:spcAft>
              <a:buSzPts val="1500"/>
              <a:buChar char="-"/>
            </a:pPr>
            <a:r>
              <a:rPr lang="en"/>
              <a:t>Safety : 20%</a:t>
            </a:r>
            <a:endParaRPr/>
          </a:p>
          <a:p>
            <a:pPr indent="-323850" lvl="0" marL="457200" rtl="0" algn="l">
              <a:spcBef>
                <a:spcPts val="0"/>
              </a:spcBef>
              <a:spcAft>
                <a:spcPts val="0"/>
              </a:spcAft>
              <a:buSzPts val="1500"/>
              <a:buChar char="-"/>
            </a:pPr>
            <a:r>
              <a:rPr lang="en"/>
              <a:t>Infrastructure : 4%</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latin typeface="Barlow"/>
                <a:ea typeface="Barlow"/>
                <a:cs typeface="Barlow"/>
                <a:sym typeface="Barlow"/>
              </a:rPr>
              <a:t>Motivators:</a:t>
            </a:r>
            <a:endParaRPr b="1">
              <a:latin typeface="Barlow"/>
              <a:ea typeface="Barlow"/>
              <a:cs typeface="Barlow"/>
              <a:sym typeface="Barlow"/>
            </a:endParaRPr>
          </a:p>
          <a:p>
            <a:pPr indent="-323850" lvl="0" marL="457200" rtl="0" algn="l">
              <a:spcBef>
                <a:spcPts val="0"/>
              </a:spcBef>
              <a:spcAft>
                <a:spcPts val="0"/>
              </a:spcAft>
              <a:buSzPts val="1500"/>
              <a:buChar char="-"/>
            </a:pPr>
            <a:r>
              <a:rPr lang="en"/>
              <a:t>Convenience</a:t>
            </a:r>
            <a:endParaRPr/>
          </a:p>
          <a:p>
            <a:pPr indent="-323850" lvl="0" marL="457200" rtl="0" algn="l">
              <a:spcBef>
                <a:spcPts val="0"/>
              </a:spcBef>
              <a:spcAft>
                <a:spcPts val="0"/>
              </a:spcAft>
              <a:buSzPts val="1500"/>
              <a:buChar char="-"/>
            </a:pPr>
            <a:r>
              <a:rPr lang="en"/>
              <a:t>Saving time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6"/>
          <p:cNvSpPr txBox="1"/>
          <p:nvPr/>
        </p:nvSpPr>
        <p:spPr>
          <a:xfrm>
            <a:off x="288950" y="288950"/>
            <a:ext cx="6570000" cy="738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rgbClr val="434343"/>
                </a:solidFill>
                <a:latin typeface="Hepta Slab Medium"/>
                <a:ea typeface="Hepta Slab Medium"/>
                <a:cs typeface="Hepta Slab Medium"/>
                <a:sym typeface="Hepta Slab Medium"/>
              </a:rPr>
              <a:t>Focus Group Findings</a:t>
            </a:r>
            <a:endParaRPr sz="3600">
              <a:solidFill>
                <a:srgbClr val="434343"/>
              </a:solidFill>
              <a:latin typeface="Hepta Slab Medium"/>
              <a:ea typeface="Hepta Slab Medium"/>
              <a:cs typeface="Hepta Slab Medium"/>
              <a:sym typeface="Hepta Slab Medium"/>
            </a:endParaRPr>
          </a:p>
        </p:txBody>
      </p:sp>
      <p:sp>
        <p:nvSpPr>
          <p:cNvPr id="423" name="Google Shape;423;p66"/>
          <p:cNvSpPr txBox="1"/>
          <p:nvPr>
            <p:ph idx="2" type="body"/>
          </p:nvPr>
        </p:nvSpPr>
        <p:spPr>
          <a:xfrm>
            <a:off x="288950" y="1507450"/>
            <a:ext cx="4076400" cy="15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600"/>
              <a:t>Safety Issues:</a:t>
            </a:r>
            <a:endParaRPr b="1" sz="1600"/>
          </a:p>
          <a:p>
            <a:pPr indent="0" lvl="0" marL="0" rtl="0" algn="l">
              <a:spcBef>
                <a:spcPts val="0"/>
              </a:spcBef>
              <a:spcAft>
                <a:spcPts val="0"/>
              </a:spcAft>
              <a:buNone/>
            </a:pPr>
            <a:r>
              <a:t/>
            </a:r>
            <a:endParaRPr b="1" sz="1600"/>
          </a:p>
          <a:p>
            <a:pPr indent="-330200" lvl="0" marL="457200" rtl="0" algn="l">
              <a:spcBef>
                <a:spcPts val="0"/>
              </a:spcBef>
              <a:spcAft>
                <a:spcPts val="0"/>
              </a:spcAft>
              <a:buSzPts val="1600"/>
              <a:buFont typeface="Barlow Light"/>
              <a:buChar char="-"/>
            </a:pPr>
            <a:r>
              <a:rPr lang="en" sz="1600">
                <a:latin typeface="Barlow Light"/>
                <a:ea typeface="Barlow Light"/>
                <a:cs typeface="Barlow Light"/>
                <a:sym typeface="Barlow Light"/>
              </a:rPr>
              <a:t>Minimal concern; few mentions of balance, especially around corners</a:t>
            </a:r>
            <a:endParaRPr sz="1600">
              <a:latin typeface="Barlow Light"/>
              <a:ea typeface="Barlow Light"/>
              <a:cs typeface="Barlow Light"/>
              <a:sym typeface="Barlow Light"/>
            </a:endParaRPr>
          </a:p>
        </p:txBody>
      </p:sp>
      <p:sp>
        <p:nvSpPr>
          <p:cNvPr id="424" name="Google Shape;424;p66"/>
          <p:cNvSpPr txBox="1"/>
          <p:nvPr>
            <p:ph idx="2" type="body"/>
          </p:nvPr>
        </p:nvSpPr>
        <p:spPr>
          <a:xfrm>
            <a:off x="4829275" y="1507450"/>
            <a:ext cx="4076400" cy="15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600"/>
              <a:t>Infrastructure:</a:t>
            </a:r>
            <a:endParaRPr b="1" sz="1600"/>
          </a:p>
          <a:p>
            <a:pPr indent="0" lvl="0" marL="0" rtl="0" algn="l">
              <a:spcBef>
                <a:spcPts val="0"/>
              </a:spcBef>
              <a:spcAft>
                <a:spcPts val="0"/>
              </a:spcAft>
              <a:buNone/>
            </a:pPr>
            <a:r>
              <a:t/>
            </a:r>
            <a:endParaRPr b="1" sz="1600"/>
          </a:p>
          <a:p>
            <a:pPr indent="-330200" lvl="0" marL="457200" rtl="0" algn="l">
              <a:spcBef>
                <a:spcPts val="0"/>
              </a:spcBef>
              <a:spcAft>
                <a:spcPts val="0"/>
              </a:spcAft>
              <a:buSzPts val="1600"/>
              <a:buFont typeface="Barlow Light"/>
              <a:buChar char="-"/>
            </a:pPr>
            <a:r>
              <a:rPr lang="en" sz="1600">
                <a:latin typeface="Barlow Light"/>
                <a:ea typeface="Barlow Light"/>
                <a:cs typeface="Barlow Light"/>
                <a:sym typeface="Barlow Light"/>
              </a:rPr>
              <a:t>Positive: dedicated, wide bike lanes</a:t>
            </a:r>
            <a:endParaRPr sz="1600">
              <a:latin typeface="Barlow Light"/>
              <a:ea typeface="Barlow Light"/>
              <a:cs typeface="Barlow Light"/>
              <a:sym typeface="Barlow Light"/>
            </a:endParaRPr>
          </a:p>
          <a:p>
            <a:pPr indent="-330200" lvl="0" marL="457200" rtl="0" algn="l">
              <a:spcBef>
                <a:spcPts val="0"/>
              </a:spcBef>
              <a:spcAft>
                <a:spcPts val="0"/>
              </a:spcAft>
              <a:buSzPts val="1600"/>
              <a:buFont typeface="Barlow Light"/>
              <a:buChar char="-"/>
            </a:pPr>
            <a:r>
              <a:rPr lang="en" sz="1600">
                <a:latin typeface="Barlow Light"/>
                <a:ea typeface="Barlow Light"/>
                <a:cs typeface="Barlow Light"/>
                <a:sym typeface="Barlow Light"/>
              </a:rPr>
              <a:t>Negative: lack of docking stations and charging points</a:t>
            </a:r>
            <a:endParaRPr sz="1600">
              <a:latin typeface="Barlow Light"/>
              <a:ea typeface="Barlow Light"/>
              <a:cs typeface="Barlow Light"/>
              <a:sym typeface="Barlow Light"/>
            </a:endParaRPr>
          </a:p>
        </p:txBody>
      </p:sp>
      <p:sp>
        <p:nvSpPr>
          <p:cNvPr id="425" name="Google Shape;425;p66"/>
          <p:cNvSpPr txBox="1"/>
          <p:nvPr>
            <p:ph idx="2" type="body"/>
          </p:nvPr>
        </p:nvSpPr>
        <p:spPr>
          <a:xfrm>
            <a:off x="4829275" y="3428275"/>
            <a:ext cx="4076400" cy="15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600"/>
              <a:t>Sustainability:</a:t>
            </a:r>
            <a:endParaRPr b="1" sz="1600"/>
          </a:p>
          <a:p>
            <a:pPr indent="0" lvl="0" marL="0" rtl="0" algn="l">
              <a:spcBef>
                <a:spcPts val="0"/>
              </a:spcBef>
              <a:spcAft>
                <a:spcPts val="0"/>
              </a:spcAft>
              <a:buNone/>
            </a:pPr>
            <a:r>
              <a:t/>
            </a:r>
            <a:endParaRPr b="1" sz="1600"/>
          </a:p>
          <a:p>
            <a:pPr indent="-330200" lvl="0" marL="457200" rtl="0" algn="l">
              <a:spcBef>
                <a:spcPts val="0"/>
              </a:spcBef>
              <a:spcAft>
                <a:spcPts val="0"/>
              </a:spcAft>
              <a:buSzPts val="1600"/>
              <a:buFont typeface="Barlow Light"/>
              <a:buChar char="-"/>
            </a:pPr>
            <a:r>
              <a:rPr lang="en" sz="1600">
                <a:latin typeface="Barlow Light"/>
                <a:ea typeface="Barlow Light"/>
                <a:cs typeface="Barlow Light"/>
                <a:sym typeface="Barlow Light"/>
              </a:rPr>
              <a:t>Seen as a bonus, not a primary motivator</a:t>
            </a:r>
            <a:endParaRPr sz="1600">
              <a:latin typeface="Barlow Light"/>
              <a:ea typeface="Barlow Light"/>
              <a:cs typeface="Barlow Light"/>
              <a:sym typeface="Barlow Light"/>
            </a:endParaRPr>
          </a:p>
        </p:txBody>
      </p:sp>
      <p:sp>
        <p:nvSpPr>
          <p:cNvPr id="426" name="Google Shape;426;p66"/>
          <p:cNvSpPr txBox="1"/>
          <p:nvPr>
            <p:ph idx="2" type="body"/>
          </p:nvPr>
        </p:nvSpPr>
        <p:spPr>
          <a:xfrm>
            <a:off x="288950" y="3428275"/>
            <a:ext cx="4076400" cy="15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600">
                <a:solidFill>
                  <a:srgbClr val="FFFFFF"/>
                </a:solidFill>
              </a:rPr>
              <a:t>Motivators:</a:t>
            </a:r>
            <a:endParaRPr b="1" sz="1600">
              <a:solidFill>
                <a:srgbClr val="FFFFFF"/>
              </a:solidFill>
            </a:endParaRPr>
          </a:p>
          <a:p>
            <a:pPr indent="0" lvl="0" marL="0" rtl="0" algn="l">
              <a:spcBef>
                <a:spcPts val="0"/>
              </a:spcBef>
              <a:spcAft>
                <a:spcPts val="0"/>
              </a:spcAft>
              <a:buNone/>
            </a:pPr>
            <a:r>
              <a:t/>
            </a:r>
            <a:endParaRPr b="1" sz="1600">
              <a:solidFill>
                <a:srgbClr val="FFFFFF"/>
              </a:solidFill>
            </a:endParaRPr>
          </a:p>
          <a:p>
            <a:pPr indent="-330200" lvl="0" marL="457200" rtl="0" algn="l">
              <a:spcBef>
                <a:spcPts val="0"/>
              </a:spcBef>
              <a:spcAft>
                <a:spcPts val="0"/>
              </a:spcAft>
              <a:buClr>
                <a:srgbClr val="FFFFFF"/>
              </a:buClr>
              <a:buSzPts val="1600"/>
              <a:buFont typeface="Barlow Light"/>
              <a:buChar char="-"/>
            </a:pPr>
            <a:r>
              <a:rPr lang="en" sz="1600">
                <a:solidFill>
                  <a:srgbClr val="FFFFFF"/>
                </a:solidFill>
                <a:latin typeface="Barlow Light"/>
                <a:ea typeface="Barlow Light"/>
                <a:cs typeface="Barlow Light"/>
                <a:sym typeface="Barlow Light"/>
              </a:rPr>
              <a:t>Convenience for longer commutes</a:t>
            </a:r>
            <a:endParaRPr sz="1600">
              <a:solidFill>
                <a:srgbClr val="FFFFFF"/>
              </a:solidFill>
              <a:latin typeface="Barlow Light"/>
              <a:ea typeface="Barlow Light"/>
              <a:cs typeface="Barlow Light"/>
              <a:sym typeface="Barlow Light"/>
            </a:endParaRPr>
          </a:p>
          <a:p>
            <a:pPr indent="-330200" lvl="0" marL="457200" rtl="0" algn="l">
              <a:spcBef>
                <a:spcPts val="0"/>
              </a:spcBef>
              <a:spcAft>
                <a:spcPts val="0"/>
              </a:spcAft>
              <a:buClr>
                <a:srgbClr val="FFFFFF"/>
              </a:buClr>
              <a:buSzPts val="1600"/>
              <a:buFont typeface="Barlow Light"/>
              <a:buChar char="-"/>
            </a:pPr>
            <a:r>
              <a:rPr lang="en" sz="1600">
                <a:solidFill>
                  <a:srgbClr val="FFFFFF"/>
                </a:solidFill>
                <a:latin typeface="Barlow Light"/>
                <a:ea typeface="Barlow Light"/>
                <a:cs typeface="Barlow Light"/>
                <a:sym typeface="Barlow Light"/>
              </a:rPr>
              <a:t>Flexibility</a:t>
            </a:r>
            <a:endParaRPr sz="1600">
              <a:solidFill>
                <a:srgbClr val="FFFFFF"/>
              </a:solidFill>
              <a:latin typeface="Barlow Light"/>
              <a:ea typeface="Barlow Light"/>
              <a:cs typeface="Barlow Light"/>
              <a:sym typeface="Barlow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7"/>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a:t>Market projected to grow from $23.7B in 2023 to $39.8B by 2032</a:t>
            </a:r>
            <a:endParaRPr/>
          </a:p>
          <a:p>
            <a:pPr indent="0" lvl="0" marL="0" rtl="0" algn="l">
              <a:spcBef>
                <a:spcPts val="0"/>
              </a:spcBef>
              <a:spcAft>
                <a:spcPts val="0"/>
              </a:spcAft>
              <a:buNone/>
            </a:pPr>
            <a:r>
              <a:t/>
            </a:r>
            <a:endParaRPr/>
          </a:p>
          <a:p>
            <a:pPr indent="-323850" lvl="0" marL="457200" rtl="0" algn="l">
              <a:spcBef>
                <a:spcPts val="0"/>
              </a:spcBef>
              <a:spcAft>
                <a:spcPts val="0"/>
              </a:spcAft>
              <a:buSzPts val="1500"/>
              <a:buChar char="-"/>
            </a:pPr>
            <a:r>
              <a:rPr lang="en"/>
              <a:t>Increasing demand for sustainable urban mobility solutions</a:t>
            </a:r>
            <a:endParaRPr/>
          </a:p>
        </p:txBody>
      </p:sp>
      <p:sp>
        <p:nvSpPr>
          <p:cNvPr id="432" name="Google Shape;432;p67"/>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a:t>University town</a:t>
            </a:r>
            <a:endParaRPr/>
          </a:p>
          <a:p>
            <a:pPr indent="0" lvl="0" marL="0" rtl="0" algn="l">
              <a:spcBef>
                <a:spcPts val="0"/>
              </a:spcBef>
              <a:spcAft>
                <a:spcPts val="0"/>
              </a:spcAft>
              <a:buNone/>
            </a:pPr>
            <a:r>
              <a:t/>
            </a:r>
            <a:endParaRPr/>
          </a:p>
          <a:p>
            <a:pPr indent="-323850" lvl="0" marL="457200" rtl="0" algn="l">
              <a:spcBef>
                <a:spcPts val="0"/>
              </a:spcBef>
              <a:spcAft>
                <a:spcPts val="0"/>
              </a:spcAft>
              <a:buSzPts val="1500"/>
              <a:buChar char="-"/>
            </a:pPr>
            <a:r>
              <a:rPr lang="en"/>
              <a:t>34% of population aged 15-39</a:t>
            </a:r>
            <a:endParaRPr/>
          </a:p>
          <a:p>
            <a:pPr indent="0" lvl="0" marL="0" rtl="0" algn="l">
              <a:spcBef>
                <a:spcPts val="0"/>
              </a:spcBef>
              <a:spcAft>
                <a:spcPts val="0"/>
              </a:spcAft>
              <a:buNone/>
            </a:pPr>
            <a:r>
              <a:t/>
            </a:r>
            <a:endParaRPr/>
          </a:p>
          <a:p>
            <a:pPr indent="-323850" lvl="0" marL="457200" rtl="0" algn="l">
              <a:spcBef>
                <a:spcPts val="0"/>
              </a:spcBef>
              <a:spcAft>
                <a:spcPts val="0"/>
              </a:spcAft>
              <a:buSzPts val="1500"/>
              <a:buChar char="-"/>
            </a:pPr>
            <a:r>
              <a:rPr lang="en"/>
              <a:t>Young demographic ideal for e-scooter adoption</a:t>
            </a:r>
            <a:endParaRPr/>
          </a:p>
        </p:txBody>
      </p:sp>
      <p:sp>
        <p:nvSpPr>
          <p:cNvPr id="433" name="Google Shape;433;p67"/>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a:t>NBICI (bike sharing), Lime, Reby, MOVO (e-scooter sharing)</a:t>
            </a:r>
            <a:endParaRPr/>
          </a:p>
          <a:p>
            <a:pPr indent="0" lvl="0" marL="0" rtl="0" algn="l">
              <a:spcBef>
                <a:spcPts val="0"/>
              </a:spcBef>
              <a:spcAft>
                <a:spcPts val="0"/>
              </a:spcAft>
              <a:buNone/>
            </a:pPr>
            <a:r>
              <a:t/>
            </a:r>
            <a:endParaRPr/>
          </a:p>
          <a:p>
            <a:pPr indent="-323850" lvl="0" marL="457200" rtl="0" algn="l">
              <a:spcBef>
                <a:spcPts val="0"/>
              </a:spcBef>
              <a:spcAft>
                <a:spcPts val="0"/>
              </a:spcAft>
              <a:buSzPts val="1500"/>
              <a:buChar char="-"/>
            </a:pPr>
            <a:r>
              <a:rPr lang="en"/>
              <a:t>Infrastructure challenges: regulations regarding speed, parking, sidewalk use</a:t>
            </a:r>
            <a:endParaRPr/>
          </a:p>
        </p:txBody>
      </p:sp>
      <p:sp>
        <p:nvSpPr>
          <p:cNvPr id="434" name="Google Shape;434;p67"/>
          <p:cNvSpPr txBox="1"/>
          <p:nvPr>
            <p:ph idx="4294967295" type="title"/>
          </p:nvPr>
        </p:nvSpPr>
        <p:spPr>
          <a:xfrm>
            <a:off x="366750" y="450025"/>
            <a:ext cx="8184600" cy="75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Market Overview</a:t>
            </a:r>
            <a:endParaRPr/>
          </a:p>
        </p:txBody>
      </p:sp>
      <p:sp>
        <p:nvSpPr>
          <p:cNvPr id="435" name="Google Shape;435;p67"/>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Demographics</a:t>
            </a:r>
            <a:endParaRPr/>
          </a:p>
        </p:txBody>
      </p:sp>
      <p:sp>
        <p:nvSpPr>
          <p:cNvPr id="436" name="Google Shape;436;p67"/>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Competitive Landscape</a:t>
            </a:r>
            <a:endParaRPr/>
          </a:p>
        </p:txBody>
      </p:sp>
      <p:sp>
        <p:nvSpPr>
          <p:cNvPr id="437" name="Google Shape;437;p67"/>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Market Trends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68"/>
          <p:cNvSpPr txBox="1"/>
          <p:nvPr/>
        </p:nvSpPr>
        <p:spPr>
          <a:xfrm>
            <a:off x="288950" y="288950"/>
            <a:ext cx="6570000" cy="738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rgbClr val="434343"/>
                </a:solidFill>
                <a:latin typeface="Hepta Slab Medium"/>
                <a:ea typeface="Hepta Slab Medium"/>
                <a:cs typeface="Hepta Slab Medium"/>
                <a:sym typeface="Hepta Slab Medium"/>
              </a:rPr>
              <a:t>Limitations of the Study</a:t>
            </a:r>
            <a:endParaRPr sz="3600">
              <a:solidFill>
                <a:srgbClr val="434343"/>
              </a:solidFill>
              <a:latin typeface="Hepta Slab Medium"/>
              <a:ea typeface="Hepta Slab Medium"/>
              <a:cs typeface="Hepta Slab Medium"/>
              <a:sym typeface="Hepta Slab Medium"/>
            </a:endParaRPr>
          </a:p>
        </p:txBody>
      </p:sp>
      <p:sp>
        <p:nvSpPr>
          <p:cNvPr id="443" name="Google Shape;443;p68"/>
          <p:cNvSpPr txBox="1"/>
          <p:nvPr>
            <p:ph idx="2" type="body"/>
          </p:nvPr>
        </p:nvSpPr>
        <p:spPr>
          <a:xfrm>
            <a:off x="288950" y="1507450"/>
            <a:ext cx="4076400" cy="15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600"/>
              <a:t>Sampling bias:</a:t>
            </a:r>
            <a:endParaRPr b="1" sz="1600"/>
          </a:p>
          <a:p>
            <a:pPr indent="0" lvl="0" marL="0" rtl="0" algn="l">
              <a:spcBef>
                <a:spcPts val="0"/>
              </a:spcBef>
              <a:spcAft>
                <a:spcPts val="0"/>
              </a:spcAft>
              <a:buNone/>
            </a:pPr>
            <a:r>
              <a:t/>
            </a:r>
            <a:endParaRPr b="1" sz="1600"/>
          </a:p>
          <a:p>
            <a:pPr indent="-330200" lvl="0" marL="457200" rtl="0" algn="l">
              <a:spcBef>
                <a:spcPts val="0"/>
              </a:spcBef>
              <a:spcAft>
                <a:spcPts val="0"/>
              </a:spcAft>
              <a:buSzPts val="1600"/>
              <a:buFont typeface="Barlow Light"/>
              <a:buChar char="-"/>
            </a:pPr>
            <a:r>
              <a:rPr lang="en" sz="1600">
                <a:latin typeface="Barlow Light"/>
                <a:ea typeface="Barlow Light"/>
                <a:cs typeface="Barlow Light"/>
                <a:sym typeface="Barlow Light"/>
              </a:rPr>
              <a:t>Majority of participants lived closed to University, potentially under- representing longer commutes</a:t>
            </a:r>
            <a:endParaRPr sz="1600">
              <a:latin typeface="Barlow Light"/>
              <a:ea typeface="Barlow Light"/>
              <a:cs typeface="Barlow Light"/>
              <a:sym typeface="Barlow Light"/>
            </a:endParaRPr>
          </a:p>
          <a:p>
            <a:pPr indent="-330200" lvl="0" marL="457200" rtl="0" algn="l">
              <a:spcBef>
                <a:spcPts val="0"/>
              </a:spcBef>
              <a:spcAft>
                <a:spcPts val="0"/>
              </a:spcAft>
              <a:buSzPts val="1600"/>
              <a:buFont typeface="Barlow Light"/>
              <a:buChar char="-"/>
            </a:pPr>
            <a:r>
              <a:rPr lang="en" sz="1600">
                <a:latin typeface="Barlow Light"/>
                <a:ea typeface="Barlow Light"/>
                <a:cs typeface="Barlow Light"/>
                <a:sym typeface="Barlow Light"/>
              </a:rPr>
              <a:t>Findings may not apply to other regions</a:t>
            </a:r>
            <a:endParaRPr sz="1600">
              <a:latin typeface="Barlow Light"/>
              <a:ea typeface="Barlow Light"/>
              <a:cs typeface="Barlow Light"/>
              <a:sym typeface="Barlow Light"/>
            </a:endParaRPr>
          </a:p>
        </p:txBody>
      </p:sp>
      <p:sp>
        <p:nvSpPr>
          <p:cNvPr id="444" name="Google Shape;444;p68"/>
          <p:cNvSpPr txBox="1"/>
          <p:nvPr>
            <p:ph idx="2" type="body"/>
          </p:nvPr>
        </p:nvSpPr>
        <p:spPr>
          <a:xfrm>
            <a:off x="4829275" y="1507450"/>
            <a:ext cx="4076400" cy="15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600"/>
              <a:t>Research duration:</a:t>
            </a:r>
            <a:endParaRPr b="1" sz="1600"/>
          </a:p>
          <a:p>
            <a:pPr indent="0" lvl="0" marL="0" rtl="0" algn="l">
              <a:spcBef>
                <a:spcPts val="0"/>
              </a:spcBef>
              <a:spcAft>
                <a:spcPts val="0"/>
              </a:spcAft>
              <a:buNone/>
            </a:pPr>
            <a:r>
              <a:t/>
            </a:r>
            <a:endParaRPr b="1" sz="1600"/>
          </a:p>
          <a:p>
            <a:pPr indent="-330200" lvl="0" marL="457200" rtl="0" algn="l">
              <a:spcBef>
                <a:spcPts val="0"/>
              </a:spcBef>
              <a:spcAft>
                <a:spcPts val="0"/>
              </a:spcAft>
              <a:buSzPts val="1600"/>
              <a:buFont typeface="Barlow Light"/>
              <a:buChar char="-"/>
            </a:pPr>
            <a:r>
              <a:rPr lang="en" sz="1600">
                <a:latin typeface="Barlow Light"/>
                <a:ea typeface="Barlow Light"/>
                <a:cs typeface="Barlow Light"/>
                <a:sym typeface="Barlow Light"/>
              </a:rPr>
              <a:t>Short timeframe limited depth of data collection and analysis</a:t>
            </a:r>
            <a:endParaRPr sz="1600">
              <a:latin typeface="Barlow Light"/>
              <a:ea typeface="Barlow Light"/>
              <a:cs typeface="Barlow Light"/>
              <a:sym typeface="Barlow Light"/>
            </a:endParaRPr>
          </a:p>
        </p:txBody>
      </p:sp>
      <p:sp>
        <p:nvSpPr>
          <p:cNvPr id="445" name="Google Shape;445;p68"/>
          <p:cNvSpPr txBox="1"/>
          <p:nvPr>
            <p:ph idx="2" type="body"/>
          </p:nvPr>
        </p:nvSpPr>
        <p:spPr>
          <a:xfrm>
            <a:off x="4829275" y="3428275"/>
            <a:ext cx="4076400" cy="15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600"/>
              <a:t>Data quality issues:</a:t>
            </a:r>
            <a:endParaRPr b="1" sz="1600"/>
          </a:p>
          <a:p>
            <a:pPr indent="0" lvl="0" marL="0" rtl="0" algn="l">
              <a:spcBef>
                <a:spcPts val="0"/>
              </a:spcBef>
              <a:spcAft>
                <a:spcPts val="0"/>
              </a:spcAft>
              <a:buNone/>
            </a:pPr>
            <a:r>
              <a:t/>
            </a:r>
            <a:endParaRPr b="1" sz="1600"/>
          </a:p>
          <a:p>
            <a:pPr indent="-330200" lvl="0" marL="457200" rtl="0" algn="l">
              <a:spcBef>
                <a:spcPts val="0"/>
              </a:spcBef>
              <a:spcAft>
                <a:spcPts val="0"/>
              </a:spcAft>
              <a:buSzPts val="1600"/>
              <a:buFont typeface="Barlow Light"/>
              <a:buChar char="-"/>
            </a:pPr>
            <a:r>
              <a:rPr lang="en" sz="1600">
                <a:latin typeface="Barlow Light"/>
                <a:ea typeface="Barlow Light"/>
                <a:cs typeface="Barlow Light"/>
                <a:sym typeface="Barlow Light"/>
              </a:rPr>
              <a:t>Some unserious survey responses (e.g. “teleportation” as a commute method)</a:t>
            </a:r>
            <a:endParaRPr sz="1600">
              <a:latin typeface="Barlow Light"/>
              <a:ea typeface="Barlow Light"/>
              <a:cs typeface="Barlow Light"/>
              <a:sym typeface="Barlow Light"/>
            </a:endParaRPr>
          </a:p>
          <a:p>
            <a:pPr indent="-330200" lvl="0" marL="457200" rtl="0" algn="l">
              <a:spcBef>
                <a:spcPts val="0"/>
              </a:spcBef>
              <a:spcAft>
                <a:spcPts val="0"/>
              </a:spcAft>
              <a:buSzPts val="1600"/>
              <a:buFont typeface="Barlow Light"/>
              <a:buChar char="-"/>
            </a:pPr>
            <a:r>
              <a:rPr lang="en" sz="1600">
                <a:latin typeface="Barlow Light"/>
                <a:ea typeface="Barlow Light"/>
                <a:cs typeface="Barlow Light"/>
                <a:sym typeface="Barlow Light"/>
              </a:rPr>
              <a:t>Data cleaning removes unreliable answers which may impact findings</a:t>
            </a:r>
            <a:endParaRPr sz="1600">
              <a:latin typeface="Barlow Light"/>
              <a:ea typeface="Barlow Light"/>
              <a:cs typeface="Barlow Light"/>
              <a:sym typeface="Barlow Light"/>
            </a:endParaRPr>
          </a:p>
        </p:txBody>
      </p:sp>
      <p:sp>
        <p:nvSpPr>
          <p:cNvPr id="446" name="Google Shape;446;p68"/>
          <p:cNvSpPr txBox="1"/>
          <p:nvPr>
            <p:ph idx="2" type="body"/>
          </p:nvPr>
        </p:nvSpPr>
        <p:spPr>
          <a:xfrm>
            <a:off x="288950" y="3428275"/>
            <a:ext cx="4076400" cy="15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600">
                <a:solidFill>
                  <a:srgbClr val="FFFFFF"/>
                </a:solidFill>
              </a:rPr>
              <a:t>Infrastructure and sustainability</a:t>
            </a:r>
            <a:endParaRPr b="1" sz="1600">
              <a:solidFill>
                <a:srgbClr val="FFFFFF"/>
              </a:solidFill>
            </a:endParaRPr>
          </a:p>
          <a:p>
            <a:pPr indent="0" lvl="0" marL="0" rtl="0" algn="l">
              <a:spcBef>
                <a:spcPts val="0"/>
              </a:spcBef>
              <a:spcAft>
                <a:spcPts val="0"/>
              </a:spcAft>
              <a:buNone/>
            </a:pPr>
            <a:r>
              <a:t/>
            </a:r>
            <a:endParaRPr b="1" sz="1600">
              <a:solidFill>
                <a:srgbClr val="FFFFFF"/>
              </a:solidFill>
            </a:endParaRPr>
          </a:p>
          <a:p>
            <a:pPr indent="-330200" lvl="0" marL="457200" rtl="0" algn="l">
              <a:spcBef>
                <a:spcPts val="0"/>
              </a:spcBef>
              <a:spcAft>
                <a:spcPts val="0"/>
              </a:spcAft>
              <a:buClr>
                <a:srgbClr val="FFFFFF"/>
              </a:buClr>
              <a:buSzPts val="1600"/>
              <a:buFont typeface="Barlow Light"/>
              <a:buChar char="-"/>
            </a:pPr>
            <a:r>
              <a:rPr lang="en" sz="1600">
                <a:solidFill>
                  <a:srgbClr val="FFFFFF"/>
                </a:solidFill>
                <a:latin typeface="Barlow Light"/>
                <a:ea typeface="Barlow Light"/>
                <a:cs typeface="Barlow Light"/>
                <a:sym typeface="Barlow Light"/>
              </a:rPr>
              <a:t>Limited exploration of detailed sustainability impacts and infrastructure needs</a:t>
            </a:r>
            <a:endParaRPr sz="1600">
              <a:solidFill>
                <a:srgbClr val="FFFFFF"/>
              </a:solidFill>
              <a:latin typeface="Barlow Light"/>
              <a:ea typeface="Barlow Light"/>
              <a:cs typeface="Barlow Light"/>
              <a:sym typeface="Barlow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69"/>
          <p:cNvSpPr txBox="1"/>
          <p:nvPr>
            <p:ph idx="1" type="body"/>
          </p:nvPr>
        </p:nvSpPr>
        <p:spPr>
          <a:xfrm>
            <a:off x="366725" y="1759093"/>
            <a:ext cx="3838500" cy="1138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a:t>Introduction of more affordable options (within €150–€200 range)</a:t>
            </a:r>
            <a:endParaRPr/>
          </a:p>
          <a:p>
            <a:pPr indent="-317500" lvl="0" marL="457200" rtl="0" algn="l">
              <a:spcBef>
                <a:spcPts val="0"/>
              </a:spcBef>
              <a:spcAft>
                <a:spcPts val="0"/>
              </a:spcAft>
              <a:buSzPts val="1400"/>
              <a:buChar char="-"/>
            </a:pPr>
            <a:r>
              <a:rPr lang="en"/>
              <a:t>Offer flexible rental options, e.g. €2/hour or €25/month</a:t>
            </a:r>
            <a:endParaRPr/>
          </a:p>
        </p:txBody>
      </p:sp>
      <p:sp>
        <p:nvSpPr>
          <p:cNvPr id="452" name="Google Shape;452;p69"/>
          <p:cNvSpPr txBox="1"/>
          <p:nvPr>
            <p:ph idx="2" type="body"/>
          </p:nvPr>
        </p:nvSpPr>
        <p:spPr>
          <a:xfrm>
            <a:off x="4938725" y="1759093"/>
            <a:ext cx="3838500" cy="1138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a:t>Collaboration with local authorities</a:t>
            </a:r>
            <a:endParaRPr/>
          </a:p>
          <a:p>
            <a:pPr indent="-317500" lvl="0" marL="457200" rtl="0" algn="l">
              <a:spcBef>
                <a:spcPts val="0"/>
              </a:spcBef>
              <a:spcAft>
                <a:spcPts val="0"/>
              </a:spcAft>
              <a:buSzPts val="1400"/>
              <a:buChar char="-"/>
            </a:pPr>
            <a:r>
              <a:rPr lang="en"/>
              <a:t>Addition of local docking stations and charging points</a:t>
            </a:r>
            <a:endParaRPr/>
          </a:p>
          <a:p>
            <a:pPr indent="-317500" lvl="0" marL="457200" rtl="0" algn="l">
              <a:spcBef>
                <a:spcPts val="0"/>
              </a:spcBef>
              <a:spcAft>
                <a:spcPts val="0"/>
              </a:spcAft>
              <a:buSzPts val="1400"/>
              <a:buChar char="-"/>
            </a:pPr>
            <a:r>
              <a:rPr lang="en"/>
              <a:t>Focus on areas with high student density and longer commutes</a:t>
            </a:r>
            <a:endParaRPr/>
          </a:p>
        </p:txBody>
      </p:sp>
      <p:sp>
        <p:nvSpPr>
          <p:cNvPr id="453" name="Google Shape;453;p69"/>
          <p:cNvSpPr txBox="1"/>
          <p:nvPr>
            <p:ph idx="3" type="body"/>
          </p:nvPr>
        </p:nvSpPr>
        <p:spPr>
          <a:xfrm>
            <a:off x="366750" y="3648575"/>
            <a:ext cx="3838500" cy="1138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a:t>Highlight convenience and time savings for long-distance commutes</a:t>
            </a:r>
            <a:endParaRPr/>
          </a:p>
          <a:p>
            <a:pPr indent="-317500" lvl="0" marL="457200" rtl="0" algn="l">
              <a:spcBef>
                <a:spcPts val="0"/>
              </a:spcBef>
              <a:spcAft>
                <a:spcPts val="0"/>
              </a:spcAft>
              <a:buSzPts val="1400"/>
              <a:buChar char="-"/>
            </a:pPr>
            <a:r>
              <a:rPr lang="en"/>
              <a:t>Position sustainability as a complementary benefit, rather than focusing on this</a:t>
            </a:r>
            <a:endParaRPr/>
          </a:p>
        </p:txBody>
      </p:sp>
      <p:sp>
        <p:nvSpPr>
          <p:cNvPr id="454" name="Google Shape;454;p69"/>
          <p:cNvSpPr txBox="1"/>
          <p:nvPr>
            <p:ph idx="5" type="subTitle"/>
          </p:nvPr>
        </p:nvSpPr>
        <p:spPr>
          <a:xfrm>
            <a:off x="366763" y="1277907"/>
            <a:ext cx="3838500" cy="48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Pricing Strategy</a:t>
            </a:r>
            <a:endParaRPr/>
          </a:p>
        </p:txBody>
      </p:sp>
      <p:sp>
        <p:nvSpPr>
          <p:cNvPr id="455" name="Google Shape;455;p69"/>
          <p:cNvSpPr txBox="1"/>
          <p:nvPr>
            <p:ph idx="7" type="subTitle"/>
          </p:nvPr>
        </p:nvSpPr>
        <p:spPr>
          <a:xfrm>
            <a:off x="4938761" y="3167363"/>
            <a:ext cx="3838500" cy="48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Safety and Education</a:t>
            </a:r>
            <a:endParaRPr/>
          </a:p>
        </p:txBody>
      </p:sp>
      <p:sp>
        <p:nvSpPr>
          <p:cNvPr id="456" name="Google Shape;456;p69"/>
          <p:cNvSpPr txBox="1"/>
          <p:nvPr>
            <p:ph idx="6" type="subTitle"/>
          </p:nvPr>
        </p:nvSpPr>
        <p:spPr>
          <a:xfrm>
            <a:off x="4938738" y="1277907"/>
            <a:ext cx="3838500" cy="48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Infrastructure</a:t>
            </a:r>
            <a:endParaRPr/>
          </a:p>
        </p:txBody>
      </p:sp>
      <p:sp>
        <p:nvSpPr>
          <p:cNvPr id="457" name="Google Shape;457;p69"/>
          <p:cNvSpPr txBox="1"/>
          <p:nvPr>
            <p:ph idx="4" type="body"/>
          </p:nvPr>
        </p:nvSpPr>
        <p:spPr>
          <a:xfrm>
            <a:off x="4938750" y="3648575"/>
            <a:ext cx="3838500" cy="1138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a:t>Offer workshops and safety resources to address balance concerns</a:t>
            </a:r>
            <a:endParaRPr/>
          </a:p>
        </p:txBody>
      </p:sp>
      <p:sp>
        <p:nvSpPr>
          <p:cNvPr id="458" name="Google Shape;458;p6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Recommendations</a:t>
            </a:r>
            <a:endParaRPr/>
          </a:p>
        </p:txBody>
      </p:sp>
      <p:sp>
        <p:nvSpPr>
          <p:cNvPr id="459" name="Google Shape;459;p69"/>
          <p:cNvSpPr txBox="1"/>
          <p:nvPr>
            <p:ph idx="8" type="subTitle"/>
          </p:nvPr>
        </p:nvSpPr>
        <p:spPr>
          <a:xfrm>
            <a:off x="366750" y="3167363"/>
            <a:ext cx="3838500" cy="48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Marketing Focus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0"/>
          <p:cNvSpPr txBox="1"/>
          <p:nvPr>
            <p:ph idx="1" type="subTitle"/>
          </p:nvPr>
        </p:nvSpPr>
        <p:spPr>
          <a:xfrm>
            <a:off x="791150" y="522625"/>
            <a:ext cx="5173200" cy="976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Conclusion</a:t>
            </a:r>
            <a:endParaRPr/>
          </a:p>
        </p:txBody>
      </p:sp>
      <p:sp>
        <p:nvSpPr>
          <p:cNvPr id="465" name="Google Shape;465;p70"/>
          <p:cNvSpPr txBox="1"/>
          <p:nvPr>
            <p:ph idx="2" type="body"/>
          </p:nvPr>
        </p:nvSpPr>
        <p:spPr>
          <a:xfrm>
            <a:off x="3344250" y="2096525"/>
            <a:ext cx="2455500" cy="26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00000"/>
                </a:solidFill>
              </a:rPr>
              <a:t>Clear potential for adoption among a subset of students if barriers are addressed.</a:t>
            </a:r>
            <a:endParaRPr sz="1500">
              <a:solidFill>
                <a:srgbClr val="000000"/>
              </a:solidFill>
            </a:endParaRPr>
          </a:p>
        </p:txBody>
      </p:sp>
      <p:sp>
        <p:nvSpPr>
          <p:cNvPr id="466" name="Google Shape;466;p70"/>
          <p:cNvSpPr txBox="1"/>
          <p:nvPr>
            <p:ph idx="3" type="body"/>
          </p:nvPr>
        </p:nvSpPr>
        <p:spPr>
          <a:xfrm>
            <a:off x="479700" y="2096550"/>
            <a:ext cx="2455500" cy="26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00000"/>
                </a:solidFill>
              </a:rPr>
              <a:t>Students with longer commutes and moderate financial situations represent the core target market.</a:t>
            </a:r>
            <a:endParaRPr sz="1500">
              <a:solidFill>
                <a:srgbClr val="000000"/>
              </a:solidFill>
            </a:endParaRPr>
          </a:p>
          <a:p>
            <a:pPr indent="0" lvl="0" marL="0" rtl="0" algn="l">
              <a:spcBef>
                <a:spcPts val="0"/>
              </a:spcBef>
              <a:spcAft>
                <a:spcPts val="0"/>
              </a:spcAft>
              <a:buNone/>
            </a:pPr>
            <a:r>
              <a:t/>
            </a:r>
            <a:endParaRPr sz="1500">
              <a:solidFill>
                <a:srgbClr val="000000"/>
              </a:solidFill>
            </a:endParaRPr>
          </a:p>
          <a:p>
            <a:pPr indent="0" lvl="0" marL="0" rtl="0" algn="l">
              <a:spcBef>
                <a:spcPts val="0"/>
              </a:spcBef>
              <a:spcAft>
                <a:spcPts val="0"/>
              </a:spcAft>
              <a:buNone/>
            </a:pPr>
            <a:r>
              <a:rPr lang="en" sz="1500">
                <a:solidFill>
                  <a:srgbClr val="000000"/>
                </a:solidFill>
              </a:rPr>
              <a:t>Affordability and safety are the primary barriers.</a:t>
            </a:r>
            <a:endParaRPr sz="1500">
              <a:solidFill>
                <a:srgbClr val="000000"/>
              </a:solidFill>
            </a:endParaRPr>
          </a:p>
          <a:p>
            <a:pPr indent="0" lvl="0" marL="0" rtl="0" algn="l">
              <a:spcBef>
                <a:spcPts val="0"/>
              </a:spcBef>
              <a:spcAft>
                <a:spcPts val="0"/>
              </a:spcAft>
              <a:buNone/>
            </a:pPr>
            <a:r>
              <a:t/>
            </a:r>
            <a:endParaRPr sz="1500">
              <a:solidFill>
                <a:srgbClr val="000000"/>
              </a:solidFill>
            </a:endParaRPr>
          </a:p>
          <a:p>
            <a:pPr indent="0" lvl="0" marL="0" rtl="0" algn="l">
              <a:spcBef>
                <a:spcPts val="0"/>
              </a:spcBef>
              <a:spcAft>
                <a:spcPts val="0"/>
              </a:spcAft>
              <a:buNone/>
            </a:pPr>
            <a:r>
              <a:rPr lang="en" sz="1500">
                <a:solidFill>
                  <a:srgbClr val="000000"/>
                </a:solidFill>
              </a:rPr>
              <a:t>Convenience and time savings are the strongest motivators.</a:t>
            </a:r>
            <a:endParaRPr sz="1500">
              <a:solidFill>
                <a:srgbClr val="000000"/>
              </a:solidFill>
            </a:endParaRPr>
          </a:p>
        </p:txBody>
      </p:sp>
      <p:sp>
        <p:nvSpPr>
          <p:cNvPr id="467" name="Google Shape;467;p70"/>
          <p:cNvSpPr txBox="1"/>
          <p:nvPr>
            <p:ph idx="4294967295" type="body"/>
          </p:nvPr>
        </p:nvSpPr>
        <p:spPr>
          <a:xfrm>
            <a:off x="6208800" y="2096550"/>
            <a:ext cx="2455500" cy="26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Future market research into more specific issues.</a:t>
            </a:r>
            <a:endParaRPr>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rPr lang="en">
                <a:solidFill>
                  <a:srgbClr val="000000"/>
                </a:solidFill>
              </a:rPr>
              <a:t>Implement a pilot program in Pamplona.</a:t>
            </a:r>
            <a:endParaRPr>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rPr lang="en">
                <a:solidFill>
                  <a:srgbClr val="000000"/>
                </a:solidFill>
              </a:rPr>
              <a:t>Use findings to refine pricing, marketing and infrastructure strategies.</a:t>
            </a:r>
            <a:endParaRPr>
              <a:solidFill>
                <a:srgbClr val="000000"/>
              </a:solidFill>
            </a:endParaRPr>
          </a:p>
          <a:p>
            <a:pPr indent="0" lvl="0" marL="0" rtl="0" algn="l">
              <a:spcBef>
                <a:spcPts val="0"/>
              </a:spcBef>
              <a:spcAft>
                <a:spcPts val="0"/>
              </a:spcAft>
              <a:buNone/>
            </a:pPr>
            <a:r>
              <a:t/>
            </a:r>
            <a:endParaRPr>
              <a:solidFill>
                <a:srgbClr val="000000"/>
              </a:solidFill>
            </a:endParaRPr>
          </a:p>
        </p:txBody>
      </p:sp>
      <p:sp>
        <p:nvSpPr>
          <p:cNvPr id="468" name="Google Shape;468;p70"/>
          <p:cNvSpPr txBox="1"/>
          <p:nvPr>
            <p:ph idx="4294967295" type="subTitle"/>
          </p:nvPr>
        </p:nvSpPr>
        <p:spPr>
          <a:xfrm>
            <a:off x="479700" y="1688525"/>
            <a:ext cx="2455500" cy="40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0000"/>
                </a:solidFill>
              </a:rPr>
              <a:t>Key findings</a:t>
            </a:r>
            <a:endParaRPr b="1">
              <a:solidFill>
                <a:srgbClr val="000000"/>
              </a:solidFill>
            </a:endParaRPr>
          </a:p>
        </p:txBody>
      </p:sp>
      <p:sp>
        <p:nvSpPr>
          <p:cNvPr id="469" name="Google Shape;469;p70"/>
          <p:cNvSpPr txBox="1"/>
          <p:nvPr>
            <p:ph idx="4294967295" type="subTitle"/>
          </p:nvPr>
        </p:nvSpPr>
        <p:spPr>
          <a:xfrm>
            <a:off x="3344250" y="1688525"/>
            <a:ext cx="2455500" cy="40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0000"/>
                </a:solidFill>
              </a:rPr>
              <a:t>E-scooter viability</a:t>
            </a:r>
            <a:endParaRPr b="1">
              <a:solidFill>
                <a:srgbClr val="000000"/>
              </a:solidFill>
            </a:endParaRPr>
          </a:p>
        </p:txBody>
      </p:sp>
      <p:sp>
        <p:nvSpPr>
          <p:cNvPr id="470" name="Google Shape;470;p70"/>
          <p:cNvSpPr txBox="1"/>
          <p:nvPr>
            <p:ph idx="4294967295" type="subTitle"/>
          </p:nvPr>
        </p:nvSpPr>
        <p:spPr>
          <a:xfrm>
            <a:off x="6208800" y="1688525"/>
            <a:ext cx="2455500" cy="40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0000"/>
                </a:solidFill>
              </a:rPr>
              <a:t>Next steps</a:t>
            </a:r>
            <a:endParaRPr b="1">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Future Research Directions</a:t>
            </a:r>
            <a:endParaRPr/>
          </a:p>
        </p:txBody>
      </p:sp>
      <p:sp>
        <p:nvSpPr>
          <p:cNvPr id="476" name="Google Shape;476;p7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Broaden Geographic Scope</a:t>
            </a:r>
            <a:endParaRPr/>
          </a:p>
        </p:txBody>
      </p:sp>
      <p:sp>
        <p:nvSpPr>
          <p:cNvPr id="477" name="Google Shape;477;p7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Longitudinal Studies</a:t>
            </a:r>
            <a:endParaRPr/>
          </a:p>
        </p:txBody>
      </p:sp>
      <p:sp>
        <p:nvSpPr>
          <p:cNvPr id="478" name="Google Shape;478;p7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Infrastructure Mapping</a:t>
            </a:r>
            <a:endParaRPr/>
          </a:p>
        </p:txBody>
      </p:sp>
      <p:sp>
        <p:nvSpPr>
          <p:cNvPr id="479" name="Google Shape;479;p7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Sustainability Analysis</a:t>
            </a:r>
            <a:endParaRPr/>
          </a:p>
        </p:txBody>
      </p:sp>
      <p:sp>
        <p:nvSpPr>
          <p:cNvPr id="480" name="Google Shape;480;p7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Behavioural Studies</a:t>
            </a:r>
            <a:endParaRPr/>
          </a:p>
        </p:txBody>
      </p:sp>
      <p:sp>
        <p:nvSpPr>
          <p:cNvPr id="481" name="Google Shape;481;p7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Pilot Program Data Collection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72"/>
          <p:cNvSpPr txBox="1"/>
          <p:nvPr>
            <p:ph idx="2" type="title"/>
          </p:nvPr>
        </p:nvSpPr>
        <p:spPr>
          <a:xfrm>
            <a:off x="483750" y="747300"/>
            <a:ext cx="8176500" cy="19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000"/>
              <a:t>Thank You!</a:t>
            </a:r>
            <a:endParaRPr sz="10000"/>
          </a:p>
        </p:txBody>
      </p:sp>
      <p:sp>
        <p:nvSpPr>
          <p:cNvPr id="487" name="Google Shape;487;p72"/>
          <p:cNvSpPr txBox="1"/>
          <p:nvPr>
            <p:ph type="title"/>
          </p:nvPr>
        </p:nvSpPr>
        <p:spPr>
          <a:xfrm>
            <a:off x="697350" y="3692425"/>
            <a:ext cx="7749300" cy="101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Any Questions?</a:t>
            </a:r>
            <a:endParaRPr/>
          </a:p>
        </p:txBody>
      </p:sp>
      <p:pic>
        <p:nvPicPr>
          <p:cNvPr id="488" name="Google Shape;488;p72"/>
          <p:cNvPicPr preferRelativeResize="0"/>
          <p:nvPr/>
        </p:nvPicPr>
        <p:blipFill>
          <a:blip r:embed="rId3">
            <a:alphaModFix/>
          </a:blip>
          <a:stretch>
            <a:fillRect/>
          </a:stretch>
        </p:blipFill>
        <p:spPr>
          <a:xfrm>
            <a:off x="3219250" y="2739900"/>
            <a:ext cx="708578" cy="673500"/>
          </a:xfrm>
          <a:prstGeom prst="rect">
            <a:avLst/>
          </a:prstGeom>
          <a:noFill/>
          <a:ln>
            <a:noFill/>
          </a:ln>
        </p:spPr>
      </p:pic>
      <p:pic>
        <p:nvPicPr>
          <p:cNvPr id="489" name="Google Shape;489;p72"/>
          <p:cNvPicPr preferRelativeResize="0"/>
          <p:nvPr/>
        </p:nvPicPr>
        <p:blipFill>
          <a:blip r:embed="rId4">
            <a:alphaModFix/>
          </a:blip>
          <a:stretch>
            <a:fillRect/>
          </a:stretch>
        </p:blipFill>
        <p:spPr>
          <a:xfrm>
            <a:off x="4650126" y="2799088"/>
            <a:ext cx="1274649" cy="5467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ategy Plan">
  <a:themeElements>
    <a:clrScheme name="Simple Light">
      <a:dk1>
        <a:srgbClr val="FFFFFF"/>
      </a:dk1>
      <a:lt1>
        <a:srgbClr val="000000"/>
      </a:lt1>
      <a:dk2>
        <a:srgbClr val="999999"/>
      </a:dk2>
      <a:lt2>
        <a:srgbClr val="FFECD1"/>
      </a:lt2>
      <a:accent1>
        <a:srgbClr val="AC6600"/>
      </a:accent1>
      <a:accent2>
        <a:srgbClr val="5E7F00"/>
      </a:accent2>
      <a:accent3>
        <a:srgbClr val="2322EF"/>
      </a:accent3>
      <a:accent4>
        <a:srgbClr val="DDDDFF"/>
      </a:accent4>
      <a:accent5>
        <a:srgbClr val="EFEFEF"/>
      </a:accent5>
      <a:accent6>
        <a:srgbClr val="F7FEEB"/>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