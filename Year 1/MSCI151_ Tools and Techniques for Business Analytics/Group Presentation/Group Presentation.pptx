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9" r:id="rId4"/>
    <p:sldId id="270" r:id="rId5"/>
    <p:sldId id="271" r:id="rId6"/>
    <p:sldId id="272" r:id="rId7"/>
    <p:sldId id="274" r:id="rId8"/>
    <p:sldId id="277" r:id="rId9"/>
    <p:sldId id="273" r:id="rId10"/>
    <p:sldId id="259" r:id="rId11"/>
    <p:sldId id="268" r:id="rId12"/>
    <p:sldId id="276" r:id="rId13"/>
    <p:sldId id="275" r:id="rId14"/>
    <p:sldId id="261" r:id="rId15"/>
    <p:sldId id="262" r:id="rId16"/>
    <p:sldId id="263" r:id="rId17"/>
    <p:sldId id="266"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E9F891-697D-4426-8B3D-2EE3F53832B7}">
          <p14:sldIdLst>
            <p14:sldId id="256"/>
            <p14:sldId id="257"/>
            <p14:sldId id="269"/>
            <p14:sldId id="270"/>
            <p14:sldId id="271"/>
            <p14:sldId id="272"/>
            <p14:sldId id="274"/>
            <p14:sldId id="277"/>
            <p14:sldId id="273"/>
            <p14:sldId id="259"/>
            <p14:sldId id="268"/>
            <p14:sldId id="276"/>
            <p14:sldId id="275"/>
            <p14:sldId id="261"/>
            <p14:sldId id="262"/>
            <p14:sldId id="263"/>
            <p14:sldId id="266"/>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5C0C6-A38D-4D95-84E4-502772A7ABF9}" v="330" dt="2023-03-06T13:19:03.3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Preedy" userId="f1c1a4a5a2d82056" providerId="LiveId" clId="{D8B5C0C6-A38D-4D95-84E4-502772A7ABF9}"/>
    <pc:docChg chg="undo custSel addSld delSld modSld sldOrd addSection delSection modSection">
      <pc:chgData name="Adam Preedy" userId="f1c1a4a5a2d82056" providerId="LiveId" clId="{D8B5C0C6-A38D-4D95-84E4-502772A7ABF9}" dt="2023-03-06T13:24:07.061" v="5149" actId="20577"/>
      <pc:docMkLst>
        <pc:docMk/>
      </pc:docMkLst>
      <pc:sldChg chg="addSp delSp modSp mod setBg setClrOvrMap modNotesTx">
        <pc:chgData name="Adam Preedy" userId="f1c1a4a5a2d82056" providerId="LiveId" clId="{D8B5C0C6-A38D-4D95-84E4-502772A7ABF9}" dt="2023-03-06T09:11:56.471" v="4587" actId="26606"/>
        <pc:sldMkLst>
          <pc:docMk/>
          <pc:sldMk cId="2684393879" sldId="256"/>
        </pc:sldMkLst>
        <pc:spChg chg="mod ord">
          <ac:chgData name="Adam Preedy" userId="f1c1a4a5a2d82056" providerId="LiveId" clId="{D8B5C0C6-A38D-4D95-84E4-502772A7ABF9}" dt="2023-03-06T09:11:56.471" v="4587" actId="26606"/>
          <ac:spMkLst>
            <pc:docMk/>
            <pc:sldMk cId="2684393879" sldId="256"/>
            <ac:spMk id="2" creationId="{1F1CDBDC-E397-BFE3-0D2B-37A5556404F0}"/>
          </ac:spMkLst>
        </pc:spChg>
        <pc:spChg chg="mod">
          <ac:chgData name="Adam Preedy" userId="f1c1a4a5a2d82056" providerId="LiveId" clId="{D8B5C0C6-A38D-4D95-84E4-502772A7ABF9}" dt="2023-03-06T09:11:56.471" v="4587" actId="26606"/>
          <ac:spMkLst>
            <pc:docMk/>
            <pc:sldMk cId="2684393879" sldId="256"/>
            <ac:spMk id="3" creationId="{D93AC43D-B8F4-E8D6-2AB9-F2DF666A0521}"/>
          </ac:spMkLst>
        </pc:spChg>
        <pc:spChg chg="add">
          <ac:chgData name="Adam Preedy" userId="f1c1a4a5a2d82056" providerId="LiveId" clId="{D8B5C0C6-A38D-4D95-84E4-502772A7ABF9}" dt="2023-03-06T09:11:56.471" v="4587" actId="26606"/>
          <ac:spMkLst>
            <pc:docMk/>
            <pc:sldMk cId="2684393879" sldId="256"/>
            <ac:spMk id="8" creationId="{88294908-8B00-4F58-BBBA-20F71A40AA9E}"/>
          </ac:spMkLst>
        </pc:spChg>
        <pc:spChg chg="add del">
          <ac:chgData name="Adam Preedy" userId="f1c1a4a5a2d82056" providerId="LiveId" clId="{D8B5C0C6-A38D-4D95-84E4-502772A7ABF9}" dt="2023-03-06T09:11:56.462" v="4586" actId="26606"/>
          <ac:spMkLst>
            <pc:docMk/>
            <pc:sldMk cId="2684393879" sldId="256"/>
            <ac:spMk id="9" creationId="{E49CC64F-7275-4E33-961B-0C5CDC439875}"/>
          </ac:spMkLst>
        </pc:spChg>
        <pc:spChg chg="add">
          <ac:chgData name="Adam Preedy" userId="f1c1a4a5a2d82056" providerId="LiveId" clId="{D8B5C0C6-A38D-4D95-84E4-502772A7ABF9}" dt="2023-03-06T09:11:56.471" v="4587" actId="26606"/>
          <ac:spMkLst>
            <pc:docMk/>
            <pc:sldMk cId="2684393879" sldId="256"/>
            <ac:spMk id="10" creationId="{4364C879-1404-4203-8E9D-CC5DE0A621A2}"/>
          </ac:spMkLst>
        </pc:spChg>
        <pc:spChg chg="add">
          <ac:chgData name="Adam Preedy" userId="f1c1a4a5a2d82056" providerId="LiveId" clId="{D8B5C0C6-A38D-4D95-84E4-502772A7ABF9}" dt="2023-03-06T09:11:56.471" v="4587" actId="26606"/>
          <ac:spMkLst>
            <pc:docMk/>
            <pc:sldMk cId="2684393879" sldId="256"/>
            <ac:spMk id="12" creationId="{84617302-4B0D-4351-A6BB-6F0930D943AC}"/>
          </ac:spMkLst>
        </pc:spChg>
        <pc:spChg chg="add">
          <ac:chgData name="Adam Preedy" userId="f1c1a4a5a2d82056" providerId="LiveId" clId="{D8B5C0C6-A38D-4D95-84E4-502772A7ABF9}" dt="2023-03-06T09:11:56.471" v="4587" actId="26606"/>
          <ac:spMkLst>
            <pc:docMk/>
            <pc:sldMk cId="2684393879" sldId="256"/>
            <ac:spMk id="14" creationId="{DA2C7802-C2E0-4218-8F89-8DD7CCD2CD1C}"/>
          </ac:spMkLst>
        </pc:spChg>
        <pc:spChg chg="add">
          <ac:chgData name="Adam Preedy" userId="f1c1a4a5a2d82056" providerId="LiveId" clId="{D8B5C0C6-A38D-4D95-84E4-502772A7ABF9}" dt="2023-03-06T09:11:56.471" v="4587" actId="26606"/>
          <ac:spMkLst>
            <pc:docMk/>
            <pc:sldMk cId="2684393879" sldId="256"/>
            <ac:spMk id="16" creationId="{A6D7111A-21E5-4EE9-8A78-10E5530F0116}"/>
          </ac:spMkLst>
        </pc:spChg>
        <pc:spChg chg="add">
          <ac:chgData name="Adam Preedy" userId="f1c1a4a5a2d82056" providerId="LiveId" clId="{D8B5C0C6-A38D-4D95-84E4-502772A7ABF9}" dt="2023-03-06T09:11:56.471" v="4587" actId="26606"/>
          <ac:spMkLst>
            <pc:docMk/>
            <pc:sldMk cId="2684393879" sldId="256"/>
            <ac:spMk id="18" creationId="{A3969E80-A77B-49FC-9122-D89AFD5EE118}"/>
          </ac:spMkLst>
        </pc:spChg>
        <pc:spChg chg="add">
          <ac:chgData name="Adam Preedy" userId="f1c1a4a5a2d82056" providerId="LiveId" clId="{D8B5C0C6-A38D-4D95-84E4-502772A7ABF9}" dt="2023-03-06T09:11:56.471" v="4587" actId="26606"/>
          <ac:spMkLst>
            <pc:docMk/>
            <pc:sldMk cId="2684393879" sldId="256"/>
            <ac:spMk id="20" creationId="{1849CA57-76BD-4CF2-80BA-D7A46A01B7B1}"/>
          </ac:spMkLst>
        </pc:spChg>
        <pc:spChg chg="add">
          <ac:chgData name="Adam Preedy" userId="f1c1a4a5a2d82056" providerId="LiveId" clId="{D8B5C0C6-A38D-4D95-84E4-502772A7ABF9}" dt="2023-03-06T09:11:56.471" v="4587" actId="26606"/>
          <ac:spMkLst>
            <pc:docMk/>
            <pc:sldMk cId="2684393879" sldId="256"/>
            <ac:spMk id="22" creationId="{35E9085E-E730-4768-83D4-6CB7E9897153}"/>
          </ac:spMkLst>
        </pc:spChg>
        <pc:spChg chg="add">
          <ac:chgData name="Adam Preedy" userId="f1c1a4a5a2d82056" providerId="LiveId" clId="{D8B5C0C6-A38D-4D95-84E4-502772A7ABF9}" dt="2023-03-06T09:11:56.471" v="4587" actId="26606"/>
          <ac:spMkLst>
            <pc:docMk/>
            <pc:sldMk cId="2684393879" sldId="256"/>
            <ac:spMk id="24" creationId="{973272FE-A474-4CAE-8CA2-BCC8B476C3F4}"/>
          </ac:spMkLst>
        </pc:spChg>
        <pc:spChg chg="add">
          <ac:chgData name="Adam Preedy" userId="f1c1a4a5a2d82056" providerId="LiveId" clId="{D8B5C0C6-A38D-4D95-84E4-502772A7ABF9}" dt="2023-03-06T09:11:56.471" v="4587" actId="26606"/>
          <ac:spMkLst>
            <pc:docMk/>
            <pc:sldMk cId="2684393879" sldId="256"/>
            <ac:spMk id="26" creationId="{E07981EA-05A6-437C-88D7-B377B92B031D}"/>
          </ac:spMkLst>
        </pc:spChg>
        <pc:spChg chg="add">
          <ac:chgData name="Adam Preedy" userId="f1c1a4a5a2d82056" providerId="LiveId" clId="{D8B5C0C6-A38D-4D95-84E4-502772A7ABF9}" dt="2023-03-06T09:11:56.471" v="4587" actId="26606"/>
          <ac:spMkLst>
            <pc:docMk/>
            <pc:sldMk cId="2684393879" sldId="256"/>
            <ac:spMk id="28" creationId="{15E3C750-986E-4769-B1AE-49289FBEE757}"/>
          </ac:spMkLst>
        </pc:spChg>
        <pc:picChg chg="add del">
          <ac:chgData name="Adam Preedy" userId="f1c1a4a5a2d82056" providerId="LiveId" clId="{D8B5C0C6-A38D-4D95-84E4-502772A7ABF9}" dt="2023-03-06T09:11:56.462" v="4586" actId="26606"/>
          <ac:picMkLst>
            <pc:docMk/>
            <pc:sldMk cId="2684393879" sldId="256"/>
            <ac:picMk id="5" creationId="{9795AF1C-EFFD-61B3-F10B-DE704F8F4044}"/>
          </ac:picMkLst>
        </pc:picChg>
      </pc:sldChg>
      <pc:sldChg chg="addSp delSp modSp mod setBg">
        <pc:chgData name="Adam Preedy" userId="f1c1a4a5a2d82056" providerId="LiveId" clId="{D8B5C0C6-A38D-4D95-84E4-502772A7ABF9}" dt="2023-03-06T13:15:54.532" v="5107"/>
        <pc:sldMkLst>
          <pc:docMk/>
          <pc:sldMk cId="30932733" sldId="257"/>
        </pc:sldMkLst>
        <pc:spChg chg="mod">
          <ac:chgData name="Adam Preedy" userId="f1c1a4a5a2d82056" providerId="LiveId" clId="{D8B5C0C6-A38D-4D95-84E4-502772A7ABF9}" dt="2023-03-06T09:12:28.778" v="4615" actId="26606"/>
          <ac:spMkLst>
            <pc:docMk/>
            <pc:sldMk cId="30932733" sldId="257"/>
            <ac:spMk id="2" creationId="{1C24BC36-8B2E-8541-CA20-EA937C55D5E2}"/>
          </ac:spMkLst>
        </pc:spChg>
        <pc:spChg chg="add del mod">
          <ac:chgData name="Adam Preedy" userId="f1c1a4a5a2d82056" providerId="LiveId" clId="{D8B5C0C6-A38D-4D95-84E4-502772A7ABF9}" dt="2023-03-06T09:12:28.778" v="4615" actId="26606"/>
          <ac:spMkLst>
            <pc:docMk/>
            <pc:sldMk cId="30932733" sldId="257"/>
            <ac:spMk id="3" creationId="{CF4AA108-8F0F-5671-137C-DEF639E89A35}"/>
          </ac:spMkLst>
        </pc:spChg>
        <pc:spChg chg="add">
          <ac:chgData name="Adam Preedy" userId="f1c1a4a5a2d82056" providerId="LiveId" clId="{D8B5C0C6-A38D-4D95-84E4-502772A7ABF9}" dt="2023-03-06T09:12:28.778" v="4615" actId="26606"/>
          <ac:spMkLst>
            <pc:docMk/>
            <pc:sldMk cId="30932733" sldId="257"/>
            <ac:spMk id="6" creationId="{2B566528-1B12-4246-9431-5C2D7D081168}"/>
          </ac:spMkLst>
        </pc:spChg>
        <pc:spChg chg="add">
          <ac:chgData name="Adam Preedy" userId="f1c1a4a5a2d82056" providerId="LiveId" clId="{D8B5C0C6-A38D-4D95-84E4-502772A7ABF9}" dt="2023-03-06T09:12:28.778" v="4615" actId="26606"/>
          <ac:spMkLst>
            <pc:docMk/>
            <pc:sldMk cId="30932733" sldId="257"/>
            <ac:spMk id="7" creationId="{2E80C965-DB6D-4F81-9E9E-B027384D0BD6}"/>
          </ac:spMkLst>
        </pc:spChg>
        <pc:spChg chg="add">
          <ac:chgData name="Adam Preedy" userId="f1c1a4a5a2d82056" providerId="LiveId" clId="{D8B5C0C6-A38D-4D95-84E4-502772A7ABF9}" dt="2023-03-06T09:12:28.778" v="4615" actId="26606"/>
          <ac:spMkLst>
            <pc:docMk/>
            <pc:sldMk cId="30932733" sldId="257"/>
            <ac:spMk id="8" creationId="{A580F890-B085-4E95-96AA-55AEBEC5CE6E}"/>
          </ac:spMkLst>
        </pc:spChg>
        <pc:spChg chg="add del">
          <ac:chgData name="Adam Preedy" userId="f1c1a4a5a2d82056" providerId="LiveId" clId="{D8B5C0C6-A38D-4D95-84E4-502772A7ABF9}" dt="2023-03-06T09:12:17.184" v="4589" actId="26606"/>
          <ac:spMkLst>
            <pc:docMk/>
            <pc:sldMk cId="30932733" sldId="257"/>
            <ac:spMk id="9" creationId="{2B566528-1B12-4246-9431-5C2D7D081168}"/>
          </ac:spMkLst>
        </pc:spChg>
        <pc:spChg chg="add">
          <ac:chgData name="Adam Preedy" userId="f1c1a4a5a2d82056" providerId="LiveId" clId="{D8B5C0C6-A38D-4D95-84E4-502772A7ABF9}" dt="2023-03-06T09:12:28.778" v="4615" actId="26606"/>
          <ac:spMkLst>
            <pc:docMk/>
            <pc:sldMk cId="30932733" sldId="257"/>
            <ac:spMk id="10" creationId="{D3F51FEB-38FB-4F6C-9F7B-2F2AFAB65463}"/>
          </ac:spMkLst>
        </pc:spChg>
        <pc:spChg chg="add del">
          <ac:chgData name="Adam Preedy" userId="f1c1a4a5a2d82056" providerId="LiveId" clId="{D8B5C0C6-A38D-4D95-84E4-502772A7ABF9}" dt="2023-03-06T09:12:17.184" v="4589" actId="26606"/>
          <ac:spMkLst>
            <pc:docMk/>
            <pc:sldMk cId="30932733" sldId="257"/>
            <ac:spMk id="11" creationId="{2E80C965-DB6D-4F81-9E9E-B027384D0BD6}"/>
          </ac:spMkLst>
        </pc:spChg>
        <pc:spChg chg="add">
          <ac:chgData name="Adam Preedy" userId="f1c1a4a5a2d82056" providerId="LiveId" clId="{D8B5C0C6-A38D-4D95-84E4-502772A7ABF9}" dt="2023-03-06T09:12:28.778" v="4615" actId="26606"/>
          <ac:spMkLst>
            <pc:docMk/>
            <pc:sldMk cId="30932733" sldId="257"/>
            <ac:spMk id="12" creationId="{1E547BA6-BAE0-43BB-A7CA-60F69CE252F0}"/>
          </ac:spMkLst>
        </pc:spChg>
        <pc:spChg chg="add del">
          <ac:chgData name="Adam Preedy" userId="f1c1a4a5a2d82056" providerId="LiveId" clId="{D8B5C0C6-A38D-4D95-84E4-502772A7ABF9}" dt="2023-03-06T09:12:17.184" v="4589" actId="26606"/>
          <ac:spMkLst>
            <pc:docMk/>
            <pc:sldMk cId="30932733" sldId="257"/>
            <ac:spMk id="13" creationId="{A580F890-B085-4E95-96AA-55AEBEC5CE6E}"/>
          </ac:spMkLst>
        </pc:spChg>
        <pc:spChg chg="add del">
          <ac:chgData name="Adam Preedy" userId="f1c1a4a5a2d82056" providerId="LiveId" clId="{D8B5C0C6-A38D-4D95-84E4-502772A7ABF9}" dt="2023-03-06T09:12:17.184" v="4589" actId="26606"/>
          <ac:spMkLst>
            <pc:docMk/>
            <pc:sldMk cId="30932733" sldId="257"/>
            <ac:spMk id="15" creationId="{D3F51FEB-38FB-4F6C-9F7B-2F2AFAB65463}"/>
          </ac:spMkLst>
        </pc:spChg>
        <pc:spChg chg="add del">
          <ac:chgData name="Adam Preedy" userId="f1c1a4a5a2d82056" providerId="LiveId" clId="{D8B5C0C6-A38D-4D95-84E4-502772A7ABF9}" dt="2023-03-06T09:12:17.184" v="4589" actId="26606"/>
          <ac:spMkLst>
            <pc:docMk/>
            <pc:sldMk cId="30932733" sldId="257"/>
            <ac:spMk id="17" creationId="{1E547BA6-BAE0-43BB-A7CA-60F69CE252F0}"/>
          </ac:spMkLst>
        </pc:spChg>
        <pc:graphicFrameChg chg="add del">
          <ac:chgData name="Adam Preedy" userId="f1c1a4a5a2d82056" providerId="LiveId" clId="{D8B5C0C6-A38D-4D95-84E4-502772A7ABF9}" dt="2023-03-06T09:12:17.184" v="4589" actId="26606"/>
          <ac:graphicFrameMkLst>
            <pc:docMk/>
            <pc:sldMk cId="30932733" sldId="257"/>
            <ac:graphicFrameMk id="5" creationId="{56D73B5B-0CF3-DD9E-FC01-C8BF1781C9DC}"/>
          </ac:graphicFrameMkLst>
        </pc:graphicFrameChg>
        <pc:graphicFrameChg chg="add mod">
          <ac:chgData name="Adam Preedy" userId="f1c1a4a5a2d82056" providerId="LiveId" clId="{D8B5C0C6-A38D-4D95-84E4-502772A7ABF9}" dt="2023-03-06T13:15:54.532" v="5107"/>
          <ac:graphicFrameMkLst>
            <pc:docMk/>
            <pc:sldMk cId="30932733" sldId="257"/>
            <ac:graphicFrameMk id="14" creationId="{A6D70075-4F47-8577-D149-658EA6F9A6B7}"/>
          </ac:graphicFrameMkLst>
        </pc:graphicFrameChg>
      </pc:sldChg>
      <pc:sldChg chg="del">
        <pc:chgData name="Adam Preedy" userId="f1c1a4a5a2d82056" providerId="LiveId" clId="{D8B5C0C6-A38D-4D95-84E4-502772A7ABF9}" dt="2023-03-04T18:17:59.123" v="1118" actId="2696"/>
        <pc:sldMkLst>
          <pc:docMk/>
          <pc:sldMk cId="286907765" sldId="258"/>
        </pc:sldMkLst>
      </pc:sldChg>
      <pc:sldChg chg="add del">
        <pc:chgData name="Adam Preedy" userId="f1c1a4a5a2d82056" providerId="LiveId" clId="{D8B5C0C6-A38D-4D95-84E4-502772A7ABF9}" dt="2023-03-06T08:42:55.946" v="3018" actId="47"/>
        <pc:sldMkLst>
          <pc:docMk/>
          <pc:sldMk cId="3365352686" sldId="258"/>
        </pc:sldMkLst>
      </pc:sldChg>
      <pc:sldChg chg="addSp modSp mod setBg modNotesTx">
        <pc:chgData name="Adam Preedy" userId="f1c1a4a5a2d82056" providerId="LiveId" clId="{D8B5C0C6-A38D-4D95-84E4-502772A7ABF9}" dt="2023-03-06T13:19:03.348" v="5134" actId="20577"/>
        <pc:sldMkLst>
          <pc:docMk/>
          <pc:sldMk cId="1467346750" sldId="259"/>
        </pc:sldMkLst>
        <pc:spChg chg="mod">
          <ac:chgData name="Adam Preedy" userId="f1c1a4a5a2d82056" providerId="LiveId" clId="{D8B5C0C6-A38D-4D95-84E4-502772A7ABF9}" dt="2023-03-06T09:13:33.008" v="4630" actId="26606"/>
          <ac:spMkLst>
            <pc:docMk/>
            <pc:sldMk cId="1467346750" sldId="259"/>
            <ac:spMk id="2" creationId="{03A82603-9CFE-FF69-C195-AD1165F949A7}"/>
          </ac:spMkLst>
        </pc:spChg>
        <pc:spChg chg="mod">
          <ac:chgData name="Adam Preedy" userId="f1c1a4a5a2d82056" providerId="LiveId" clId="{D8B5C0C6-A38D-4D95-84E4-502772A7ABF9}" dt="2023-03-06T13:19:03.348" v="5134" actId="20577"/>
          <ac:spMkLst>
            <pc:docMk/>
            <pc:sldMk cId="1467346750" sldId="259"/>
            <ac:spMk id="3" creationId="{45CD8DAA-7E3C-555B-76CA-70E17919AD19}"/>
          </ac:spMkLst>
        </pc:spChg>
        <pc:spChg chg="add">
          <ac:chgData name="Adam Preedy" userId="f1c1a4a5a2d82056" providerId="LiveId" clId="{D8B5C0C6-A38D-4D95-84E4-502772A7ABF9}" dt="2023-03-06T09:13:33.008" v="4630" actId="26606"/>
          <ac:spMkLst>
            <pc:docMk/>
            <pc:sldMk cId="1467346750" sldId="259"/>
            <ac:spMk id="8" creationId="{2B566528-1B12-4246-9431-5C2D7D081168}"/>
          </ac:spMkLst>
        </pc:spChg>
        <pc:spChg chg="add">
          <ac:chgData name="Adam Preedy" userId="f1c1a4a5a2d82056" providerId="LiveId" clId="{D8B5C0C6-A38D-4D95-84E4-502772A7ABF9}" dt="2023-03-06T09:13:33.008" v="4630" actId="26606"/>
          <ac:spMkLst>
            <pc:docMk/>
            <pc:sldMk cId="1467346750" sldId="259"/>
            <ac:spMk id="10" creationId="{2E80C965-DB6D-4F81-9E9E-B027384D0BD6}"/>
          </ac:spMkLst>
        </pc:spChg>
        <pc:spChg chg="add">
          <ac:chgData name="Adam Preedy" userId="f1c1a4a5a2d82056" providerId="LiveId" clId="{D8B5C0C6-A38D-4D95-84E4-502772A7ABF9}" dt="2023-03-06T09:13:33.008" v="4630" actId="26606"/>
          <ac:spMkLst>
            <pc:docMk/>
            <pc:sldMk cId="1467346750" sldId="259"/>
            <ac:spMk id="12" creationId="{A580F890-B085-4E95-96AA-55AEBEC5CE6E}"/>
          </ac:spMkLst>
        </pc:spChg>
        <pc:spChg chg="add">
          <ac:chgData name="Adam Preedy" userId="f1c1a4a5a2d82056" providerId="LiveId" clId="{D8B5C0C6-A38D-4D95-84E4-502772A7ABF9}" dt="2023-03-06T09:13:33.008" v="4630" actId="26606"/>
          <ac:spMkLst>
            <pc:docMk/>
            <pc:sldMk cId="1467346750" sldId="259"/>
            <ac:spMk id="14" creationId="{D3F51FEB-38FB-4F6C-9F7B-2F2AFAB65463}"/>
          </ac:spMkLst>
        </pc:spChg>
        <pc:spChg chg="add">
          <ac:chgData name="Adam Preedy" userId="f1c1a4a5a2d82056" providerId="LiveId" clId="{D8B5C0C6-A38D-4D95-84E4-502772A7ABF9}" dt="2023-03-06T09:13:33.008" v="4630" actId="26606"/>
          <ac:spMkLst>
            <pc:docMk/>
            <pc:sldMk cId="1467346750" sldId="259"/>
            <ac:spMk id="16" creationId="{1E547BA6-BAE0-43BB-A7CA-60F69CE252F0}"/>
          </ac:spMkLst>
        </pc:spChg>
      </pc:sldChg>
      <pc:sldChg chg="del">
        <pc:chgData name="Adam Preedy" userId="f1c1a4a5a2d82056" providerId="LiveId" clId="{D8B5C0C6-A38D-4D95-84E4-502772A7ABF9}" dt="2023-03-04T18:18:01.701" v="1119" actId="2696"/>
        <pc:sldMkLst>
          <pc:docMk/>
          <pc:sldMk cId="130658967" sldId="260"/>
        </pc:sldMkLst>
      </pc:sldChg>
      <pc:sldChg chg="addSp modSp mod setBg">
        <pc:chgData name="Adam Preedy" userId="f1c1a4a5a2d82056" providerId="LiveId" clId="{D8B5C0C6-A38D-4D95-84E4-502772A7ABF9}" dt="2023-03-06T09:16:00.331" v="4667" actId="403"/>
        <pc:sldMkLst>
          <pc:docMk/>
          <pc:sldMk cId="1954740578" sldId="261"/>
        </pc:sldMkLst>
        <pc:spChg chg="mod">
          <ac:chgData name="Adam Preedy" userId="f1c1a4a5a2d82056" providerId="LiveId" clId="{D8B5C0C6-A38D-4D95-84E4-502772A7ABF9}" dt="2023-03-06T09:14:19.287" v="4642" actId="26606"/>
          <ac:spMkLst>
            <pc:docMk/>
            <pc:sldMk cId="1954740578" sldId="261"/>
            <ac:spMk id="2" creationId="{E2A18F83-1C95-A914-80BD-903335405219}"/>
          </ac:spMkLst>
        </pc:spChg>
        <pc:spChg chg="mod">
          <ac:chgData name="Adam Preedy" userId="f1c1a4a5a2d82056" providerId="LiveId" clId="{D8B5C0C6-A38D-4D95-84E4-502772A7ABF9}" dt="2023-03-06T09:16:00.331" v="4667" actId="403"/>
          <ac:spMkLst>
            <pc:docMk/>
            <pc:sldMk cId="1954740578" sldId="261"/>
            <ac:spMk id="3" creationId="{7497C615-FD49-E327-EC8B-2166A9095339}"/>
          </ac:spMkLst>
        </pc:spChg>
        <pc:spChg chg="add">
          <ac:chgData name="Adam Preedy" userId="f1c1a4a5a2d82056" providerId="LiveId" clId="{D8B5C0C6-A38D-4D95-84E4-502772A7ABF9}" dt="2023-03-06T09:14:19.287" v="4642" actId="26606"/>
          <ac:spMkLst>
            <pc:docMk/>
            <pc:sldMk cId="1954740578" sldId="261"/>
            <ac:spMk id="8" creationId="{2B566528-1B12-4246-9431-5C2D7D081168}"/>
          </ac:spMkLst>
        </pc:spChg>
        <pc:spChg chg="add">
          <ac:chgData name="Adam Preedy" userId="f1c1a4a5a2d82056" providerId="LiveId" clId="{D8B5C0C6-A38D-4D95-84E4-502772A7ABF9}" dt="2023-03-06T09:14:19.287" v="4642" actId="26606"/>
          <ac:spMkLst>
            <pc:docMk/>
            <pc:sldMk cId="1954740578" sldId="261"/>
            <ac:spMk id="10" creationId="{2E80C965-DB6D-4F81-9E9E-B027384D0BD6}"/>
          </ac:spMkLst>
        </pc:spChg>
        <pc:spChg chg="add">
          <ac:chgData name="Adam Preedy" userId="f1c1a4a5a2d82056" providerId="LiveId" clId="{D8B5C0C6-A38D-4D95-84E4-502772A7ABF9}" dt="2023-03-06T09:14:19.287" v="4642" actId="26606"/>
          <ac:spMkLst>
            <pc:docMk/>
            <pc:sldMk cId="1954740578" sldId="261"/>
            <ac:spMk id="12" creationId="{A580F890-B085-4E95-96AA-55AEBEC5CE6E}"/>
          </ac:spMkLst>
        </pc:spChg>
        <pc:spChg chg="add">
          <ac:chgData name="Adam Preedy" userId="f1c1a4a5a2d82056" providerId="LiveId" clId="{D8B5C0C6-A38D-4D95-84E4-502772A7ABF9}" dt="2023-03-06T09:14:19.287" v="4642" actId="26606"/>
          <ac:spMkLst>
            <pc:docMk/>
            <pc:sldMk cId="1954740578" sldId="261"/>
            <ac:spMk id="14" creationId="{D3F51FEB-38FB-4F6C-9F7B-2F2AFAB65463}"/>
          </ac:spMkLst>
        </pc:spChg>
        <pc:spChg chg="add">
          <ac:chgData name="Adam Preedy" userId="f1c1a4a5a2d82056" providerId="LiveId" clId="{D8B5C0C6-A38D-4D95-84E4-502772A7ABF9}" dt="2023-03-06T09:14:19.287" v="4642" actId="26606"/>
          <ac:spMkLst>
            <pc:docMk/>
            <pc:sldMk cId="1954740578" sldId="261"/>
            <ac:spMk id="16" creationId="{1E547BA6-BAE0-43BB-A7CA-60F69CE252F0}"/>
          </ac:spMkLst>
        </pc:spChg>
      </pc:sldChg>
      <pc:sldChg chg="addSp modSp new mod setBg">
        <pc:chgData name="Adam Preedy" userId="f1c1a4a5a2d82056" providerId="LiveId" clId="{D8B5C0C6-A38D-4D95-84E4-502772A7ABF9}" dt="2023-03-06T09:16:08.894" v="4669" actId="403"/>
        <pc:sldMkLst>
          <pc:docMk/>
          <pc:sldMk cId="782783201" sldId="262"/>
        </pc:sldMkLst>
        <pc:spChg chg="mod">
          <ac:chgData name="Adam Preedy" userId="f1c1a4a5a2d82056" providerId="LiveId" clId="{D8B5C0C6-A38D-4D95-84E4-502772A7ABF9}" dt="2023-03-06T09:14:21.506" v="4643" actId="26606"/>
          <ac:spMkLst>
            <pc:docMk/>
            <pc:sldMk cId="782783201" sldId="262"/>
            <ac:spMk id="2" creationId="{52F2CBA7-AC81-FE52-F12E-878F0E0312F0}"/>
          </ac:spMkLst>
        </pc:spChg>
        <pc:spChg chg="mod">
          <ac:chgData name="Adam Preedy" userId="f1c1a4a5a2d82056" providerId="LiveId" clId="{D8B5C0C6-A38D-4D95-84E4-502772A7ABF9}" dt="2023-03-06T09:16:08.894" v="4669" actId="403"/>
          <ac:spMkLst>
            <pc:docMk/>
            <pc:sldMk cId="782783201" sldId="262"/>
            <ac:spMk id="3" creationId="{47F11AC4-3219-CE29-9640-05297A52366A}"/>
          </ac:spMkLst>
        </pc:spChg>
        <pc:spChg chg="add">
          <ac:chgData name="Adam Preedy" userId="f1c1a4a5a2d82056" providerId="LiveId" clId="{D8B5C0C6-A38D-4D95-84E4-502772A7ABF9}" dt="2023-03-06T09:14:21.506" v="4643" actId="26606"/>
          <ac:spMkLst>
            <pc:docMk/>
            <pc:sldMk cId="782783201" sldId="262"/>
            <ac:spMk id="8" creationId="{2B566528-1B12-4246-9431-5C2D7D081168}"/>
          </ac:spMkLst>
        </pc:spChg>
        <pc:spChg chg="add">
          <ac:chgData name="Adam Preedy" userId="f1c1a4a5a2d82056" providerId="LiveId" clId="{D8B5C0C6-A38D-4D95-84E4-502772A7ABF9}" dt="2023-03-06T09:14:21.506" v="4643" actId="26606"/>
          <ac:spMkLst>
            <pc:docMk/>
            <pc:sldMk cId="782783201" sldId="262"/>
            <ac:spMk id="10" creationId="{2E80C965-DB6D-4F81-9E9E-B027384D0BD6}"/>
          </ac:spMkLst>
        </pc:spChg>
        <pc:spChg chg="add">
          <ac:chgData name="Adam Preedy" userId="f1c1a4a5a2d82056" providerId="LiveId" clId="{D8B5C0C6-A38D-4D95-84E4-502772A7ABF9}" dt="2023-03-06T09:14:21.506" v="4643" actId="26606"/>
          <ac:spMkLst>
            <pc:docMk/>
            <pc:sldMk cId="782783201" sldId="262"/>
            <ac:spMk id="12" creationId="{A580F890-B085-4E95-96AA-55AEBEC5CE6E}"/>
          </ac:spMkLst>
        </pc:spChg>
        <pc:spChg chg="add">
          <ac:chgData name="Adam Preedy" userId="f1c1a4a5a2d82056" providerId="LiveId" clId="{D8B5C0C6-A38D-4D95-84E4-502772A7ABF9}" dt="2023-03-06T09:14:21.506" v="4643" actId="26606"/>
          <ac:spMkLst>
            <pc:docMk/>
            <pc:sldMk cId="782783201" sldId="262"/>
            <ac:spMk id="14" creationId="{D3F51FEB-38FB-4F6C-9F7B-2F2AFAB65463}"/>
          </ac:spMkLst>
        </pc:spChg>
        <pc:spChg chg="add">
          <ac:chgData name="Adam Preedy" userId="f1c1a4a5a2d82056" providerId="LiveId" clId="{D8B5C0C6-A38D-4D95-84E4-502772A7ABF9}" dt="2023-03-06T09:14:21.506" v="4643" actId="26606"/>
          <ac:spMkLst>
            <pc:docMk/>
            <pc:sldMk cId="782783201" sldId="262"/>
            <ac:spMk id="16" creationId="{1E547BA6-BAE0-43BB-A7CA-60F69CE252F0}"/>
          </ac:spMkLst>
        </pc:spChg>
      </pc:sldChg>
      <pc:sldChg chg="modSp new del mod ord">
        <pc:chgData name="Adam Preedy" userId="f1c1a4a5a2d82056" providerId="LiveId" clId="{D8B5C0C6-A38D-4D95-84E4-502772A7ABF9}" dt="2023-03-04T18:10:34.692" v="666" actId="2696"/>
        <pc:sldMkLst>
          <pc:docMk/>
          <pc:sldMk cId="4266612285" sldId="262"/>
        </pc:sldMkLst>
        <pc:spChg chg="mod">
          <ac:chgData name="Adam Preedy" userId="f1c1a4a5a2d82056" providerId="LiveId" clId="{D8B5C0C6-A38D-4D95-84E4-502772A7ABF9}" dt="2023-03-03T11:47:20.226" v="597" actId="20577"/>
          <ac:spMkLst>
            <pc:docMk/>
            <pc:sldMk cId="4266612285" sldId="262"/>
            <ac:spMk id="2" creationId="{03C1A0F9-D150-E5BA-C7A0-77835F3E8BE2}"/>
          </ac:spMkLst>
        </pc:spChg>
        <pc:spChg chg="mod">
          <ac:chgData name="Adam Preedy" userId="f1c1a4a5a2d82056" providerId="LiveId" clId="{D8B5C0C6-A38D-4D95-84E4-502772A7ABF9}" dt="2023-03-03T11:49:15.054" v="626" actId="20577"/>
          <ac:spMkLst>
            <pc:docMk/>
            <pc:sldMk cId="4266612285" sldId="262"/>
            <ac:spMk id="3" creationId="{F3AE7AAF-FC8C-5B47-E458-453F1332DD62}"/>
          </ac:spMkLst>
        </pc:spChg>
      </pc:sldChg>
      <pc:sldChg chg="addSp modSp new mod setBg">
        <pc:chgData name="Adam Preedy" userId="f1c1a4a5a2d82056" providerId="LiveId" clId="{D8B5C0C6-A38D-4D95-84E4-502772A7ABF9}" dt="2023-03-06T09:29:51.841" v="5090"/>
        <pc:sldMkLst>
          <pc:docMk/>
          <pc:sldMk cId="858684563" sldId="263"/>
        </pc:sldMkLst>
        <pc:spChg chg="mod">
          <ac:chgData name="Adam Preedy" userId="f1c1a4a5a2d82056" providerId="LiveId" clId="{D8B5C0C6-A38D-4D95-84E4-502772A7ABF9}" dt="2023-03-06T09:14:30.252" v="4644" actId="26606"/>
          <ac:spMkLst>
            <pc:docMk/>
            <pc:sldMk cId="858684563" sldId="263"/>
            <ac:spMk id="2" creationId="{DEED875A-6F01-8A0A-0741-CD7A4B1B4890}"/>
          </ac:spMkLst>
        </pc:spChg>
        <pc:spChg chg="mod">
          <ac:chgData name="Adam Preedy" userId="f1c1a4a5a2d82056" providerId="LiveId" clId="{D8B5C0C6-A38D-4D95-84E4-502772A7ABF9}" dt="2023-03-06T09:29:51.841" v="5090"/>
          <ac:spMkLst>
            <pc:docMk/>
            <pc:sldMk cId="858684563" sldId="263"/>
            <ac:spMk id="3" creationId="{3878A450-628F-0981-FBFF-2521028D37FE}"/>
          </ac:spMkLst>
        </pc:spChg>
        <pc:spChg chg="add">
          <ac:chgData name="Adam Preedy" userId="f1c1a4a5a2d82056" providerId="LiveId" clId="{D8B5C0C6-A38D-4D95-84E4-502772A7ABF9}" dt="2023-03-06T09:14:30.252" v="4644" actId="26606"/>
          <ac:spMkLst>
            <pc:docMk/>
            <pc:sldMk cId="858684563" sldId="263"/>
            <ac:spMk id="8" creationId="{2B566528-1B12-4246-9431-5C2D7D081168}"/>
          </ac:spMkLst>
        </pc:spChg>
        <pc:spChg chg="add">
          <ac:chgData name="Adam Preedy" userId="f1c1a4a5a2d82056" providerId="LiveId" clId="{D8B5C0C6-A38D-4D95-84E4-502772A7ABF9}" dt="2023-03-06T09:14:30.252" v="4644" actId="26606"/>
          <ac:spMkLst>
            <pc:docMk/>
            <pc:sldMk cId="858684563" sldId="263"/>
            <ac:spMk id="10" creationId="{2E80C965-DB6D-4F81-9E9E-B027384D0BD6}"/>
          </ac:spMkLst>
        </pc:spChg>
        <pc:spChg chg="add">
          <ac:chgData name="Adam Preedy" userId="f1c1a4a5a2d82056" providerId="LiveId" clId="{D8B5C0C6-A38D-4D95-84E4-502772A7ABF9}" dt="2023-03-06T09:14:30.252" v="4644" actId="26606"/>
          <ac:spMkLst>
            <pc:docMk/>
            <pc:sldMk cId="858684563" sldId="263"/>
            <ac:spMk id="12" creationId="{A580F890-B085-4E95-96AA-55AEBEC5CE6E}"/>
          </ac:spMkLst>
        </pc:spChg>
        <pc:spChg chg="add">
          <ac:chgData name="Adam Preedy" userId="f1c1a4a5a2d82056" providerId="LiveId" clId="{D8B5C0C6-A38D-4D95-84E4-502772A7ABF9}" dt="2023-03-06T09:14:30.252" v="4644" actId="26606"/>
          <ac:spMkLst>
            <pc:docMk/>
            <pc:sldMk cId="858684563" sldId="263"/>
            <ac:spMk id="14" creationId="{D3F51FEB-38FB-4F6C-9F7B-2F2AFAB65463}"/>
          </ac:spMkLst>
        </pc:spChg>
        <pc:spChg chg="add">
          <ac:chgData name="Adam Preedy" userId="f1c1a4a5a2d82056" providerId="LiveId" clId="{D8B5C0C6-A38D-4D95-84E4-502772A7ABF9}" dt="2023-03-06T09:14:30.252" v="4644" actId="26606"/>
          <ac:spMkLst>
            <pc:docMk/>
            <pc:sldMk cId="858684563" sldId="263"/>
            <ac:spMk id="16" creationId="{1E547BA6-BAE0-43BB-A7CA-60F69CE252F0}"/>
          </ac:spMkLst>
        </pc:spChg>
      </pc:sldChg>
      <pc:sldChg chg="addSp modSp new mod setBg">
        <pc:chgData name="Adam Preedy" userId="f1c1a4a5a2d82056" providerId="LiveId" clId="{D8B5C0C6-A38D-4D95-84E4-502772A7ABF9}" dt="2023-03-06T09:16:14.089" v="4670" actId="403"/>
        <pc:sldMkLst>
          <pc:docMk/>
          <pc:sldMk cId="1795222228" sldId="264"/>
        </pc:sldMkLst>
        <pc:spChg chg="mod">
          <ac:chgData name="Adam Preedy" userId="f1c1a4a5a2d82056" providerId="LiveId" clId="{D8B5C0C6-A38D-4D95-84E4-502772A7ABF9}" dt="2023-03-06T09:14:38.343" v="4646" actId="26606"/>
          <ac:spMkLst>
            <pc:docMk/>
            <pc:sldMk cId="1795222228" sldId="264"/>
            <ac:spMk id="2" creationId="{E2F033EC-EB64-EDA5-D894-6C737D5FB57A}"/>
          </ac:spMkLst>
        </pc:spChg>
        <pc:spChg chg="mod">
          <ac:chgData name="Adam Preedy" userId="f1c1a4a5a2d82056" providerId="LiveId" clId="{D8B5C0C6-A38D-4D95-84E4-502772A7ABF9}" dt="2023-03-06T09:16:14.089" v="4670" actId="403"/>
          <ac:spMkLst>
            <pc:docMk/>
            <pc:sldMk cId="1795222228" sldId="264"/>
            <ac:spMk id="3" creationId="{E88037E3-BACF-79DF-8AF2-57C3528DDAF0}"/>
          </ac:spMkLst>
        </pc:spChg>
        <pc:spChg chg="add">
          <ac:chgData name="Adam Preedy" userId="f1c1a4a5a2d82056" providerId="LiveId" clId="{D8B5C0C6-A38D-4D95-84E4-502772A7ABF9}" dt="2023-03-06T09:14:38.343" v="4646" actId="26606"/>
          <ac:spMkLst>
            <pc:docMk/>
            <pc:sldMk cId="1795222228" sldId="264"/>
            <ac:spMk id="8" creationId="{2B566528-1B12-4246-9431-5C2D7D081168}"/>
          </ac:spMkLst>
        </pc:spChg>
        <pc:spChg chg="add">
          <ac:chgData name="Adam Preedy" userId="f1c1a4a5a2d82056" providerId="LiveId" clId="{D8B5C0C6-A38D-4D95-84E4-502772A7ABF9}" dt="2023-03-06T09:14:38.343" v="4646" actId="26606"/>
          <ac:spMkLst>
            <pc:docMk/>
            <pc:sldMk cId="1795222228" sldId="264"/>
            <ac:spMk id="10" creationId="{2E80C965-DB6D-4F81-9E9E-B027384D0BD6}"/>
          </ac:spMkLst>
        </pc:spChg>
        <pc:spChg chg="add">
          <ac:chgData name="Adam Preedy" userId="f1c1a4a5a2d82056" providerId="LiveId" clId="{D8B5C0C6-A38D-4D95-84E4-502772A7ABF9}" dt="2023-03-06T09:14:38.343" v="4646" actId="26606"/>
          <ac:spMkLst>
            <pc:docMk/>
            <pc:sldMk cId="1795222228" sldId="264"/>
            <ac:spMk id="12" creationId="{A580F890-B085-4E95-96AA-55AEBEC5CE6E}"/>
          </ac:spMkLst>
        </pc:spChg>
        <pc:spChg chg="add">
          <ac:chgData name="Adam Preedy" userId="f1c1a4a5a2d82056" providerId="LiveId" clId="{D8B5C0C6-A38D-4D95-84E4-502772A7ABF9}" dt="2023-03-06T09:14:38.343" v="4646" actId="26606"/>
          <ac:spMkLst>
            <pc:docMk/>
            <pc:sldMk cId="1795222228" sldId="264"/>
            <ac:spMk id="14" creationId="{D3F51FEB-38FB-4F6C-9F7B-2F2AFAB65463}"/>
          </ac:spMkLst>
        </pc:spChg>
        <pc:spChg chg="add">
          <ac:chgData name="Adam Preedy" userId="f1c1a4a5a2d82056" providerId="LiveId" clId="{D8B5C0C6-A38D-4D95-84E4-502772A7ABF9}" dt="2023-03-06T09:14:38.343" v="4646" actId="26606"/>
          <ac:spMkLst>
            <pc:docMk/>
            <pc:sldMk cId="1795222228" sldId="264"/>
            <ac:spMk id="16" creationId="{1E547BA6-BAE0-43BB-A7CA-60F69CE252F0}"/>
          </ac:spMkLst>
        </pc:spChg>
      </pc:sldChg>
      <pc:sldChg chg="addSp delSp modSp new mod setBg">
        <pc:chgData name="Adam Preedy" userId="f1c1a4a5a2d82056" providerId="LiveId" clId="{D8B5C0C6-A38D-4D95-84E4-502772A7ABF9}" dt="2023-03-06T13:16:07.982" v="5111" actId="20577"/>
        <pc:sldMkLst>
          <pc:docMk/>
          <pc:sldMk cId="2343806768" sldId="265"/>
        </pc:sldMkLst>
        <pc:spChg chg="mod">
          <ac:chgData name="Adam Preedy" userId="f1c1a4a5a2d82056" providerId="LiveId" clId="{D8B5C0C6-A38D-4D95-84E4-502772A7ABF9}" dt="2023-03-06T13:16:07.982" v="5111" actId="20577"/>
          <ac:spMkLst>
            <pc:docMk/>
            <pc:sldMk cId="2343806768" sldId="265"/>
            <ac:spMk id="2" creationId="{04237697-F4A7-DEEB-E3E3-6E509EE7477C}"/>
          </ac:spMkLst>
        </pc:spChg>
        <pc:spChg chg="del">
          <ac:chgData name="Adam Preedy" userId="f1c1a4a5a2d82056" providerId="LiveId" clId="{D8B5C0C6-A38D-4D95-84E4-502772A7ABF9}" dt="2023-03-06T09:16:19.965" v="4671" actId="26606"/>
          <ac:spMkLst>
            <pc:docMk/>
            <pc:sldMk cId="2343806768" sldId="265"/>
            <ac:spMk id="3" creationId="{612F16C3-BAF7-D904-C04C-C1A1C7558A30}"/>
          </ac:spMkLst>
        </pc:spChg>
        <pc:spChg chg="add">
          <ac:chgData name="Adam Preedy" userId="f1c1a4a5a2d82056" providerId="LiveId" clId="{D8B5C0C6-A38D-4D95-84E4-502772A7ABF9}" dt="2023-03-06T09:16:19.965" v="4671" actId="26606"/>
          <ac:spMkLst>
            <pc:docMk/>
            <pc:sldMk cId="2343806768" sldId="265"/>
            <ac:spMk id="10" creationId="{C83F9D7D-8B7D-49DF-AA94-0A9A8D671027}"/>
          </ac:spMkLst>
        </pc:spChg>
        <pc:spChg chg="add">
          <ac:chgData name="Adam Preedy" userId="f1c1a4a5a2d82056" providerId="LiveId" clId="{D8B5C0C6-A38D-4D95-84E4-502772A7ABF9}" dt="2023-03-06T09:16:19.965" v="4671" actId="26606"/>
          <ac:spMkLst>
            <pc:docMk/>
            <pc:sldMk cId="2343806768" sldId="265"/>
            <ac:spMk id="12" creationId="{5707F116-8EC0-4822-9067-186AC8C96EB8}"/>
          </ac:spMkLst>
        </pc:spChg>
        <pc:spChg chg="add">
          <ac:chgData name="Adam Preedy" userId="f1c1a4a5a2d82056" providerId="LiveId" clId="{D8B5C0C6-A38D-4D95-84E4-502772A7ABF9}" dt="2023-03-06T09:16:19.965" v="4671" actId="26606"/>
          <ac:spMkLst>
            <pc:docMk/>
            <pc:sldMk cId="2343806768" sldId="265"/>
            <ac:spMk id="14" creationId="{49F1A7E4-819D-4D21-8E8B-32671A9F9853}"/>
          </ac:spMkLst>
        </pc:spChg>
        <pc:spChg chg="add">
          <ac:chgData name="Adam Preedy" userId="f1c1a4a5a2d82056" providerId="LiveId" clId="{D8B5C0C6-A38D-4D95-84E4-502772A7ABF9}" dt="2023-03-06T09:16:19.965" v="4671" actId="26606"/>
          <ac:spMkLst>
            <pc:docMk/>
            <pc:sldMk cId="2343806768" sldId="265"/>
            <ac:spMk id="16" creationId="{6D6E3EFD-925A-40CD-8E14-FDD4E6DDC686}"/>
          </ac:spMkLst>
        </pc:spChg>
        <pc:spChg chg="add">
          <ac:chgData name="Adam Preedy" userId="f1c1a4a5a2d82056" providerId="LiveId" clId="{D8B5C0C6-A38D-4D95-84E4-502772A7ABF9}" dt="2023-03-06T09:16:19.965" v="4671" actId="26606"/>
          <ac:spMkLst>
            <pc:docMk/>
            <pc:sldMk cId="2343806768" sldId="265"/>
            <ac:spMk id="18" creationId="{3A91C067-F707-44D1-A9C2-9913E6ADC689}"/>
          </ac:spMkLst>
        </pc:spChg>
        <pc:spChg chg="add">
          <ac:chgData name="Adam Preedy" userId="f1c1a4a5a2d82056" providerId="LiveId" clId="{D8B5C0C6-A38D-4D95-84E4-502772A7ABF9}" dt="2023-03-06T09:16:19.965" v="4671" actId="26606"/>
          <ac:spMkLst>
            <pc:docMk/>
            <pc:sldMk cId="2343806768" sldId="265"/>
            <ac:spMk id="20" creationId="{52329D9A-3D48-4B69-939D-2A480F14786F}"/>
          </ac:spMkLst>
        </pc:spChg>
        <pc:spChg chg="add">
          <ac:chgData name="Adam Preedy" userId="f1c1a4a5a2d82056" providerId="LiveId" clId="{D8B5C0C6-A38D-4D95-84E4-502772A7ABF9}" dt="2023-03-06T09:16:19.965" v="4671" actId="26606"/>
          <ac:spMkLst>
            <pc:docMk/>
            <pc:sldMk cId="2343806768" sldId="265"/>
            <ac:spMk id="22" creationId="{2D5CC4CB-7B78-480A-A0AE-A8A35C08E190}"/>
          </ac:spMkLst>
        </pc:spChg>
        <pc:spChg chg="add">
          <ac:chgData name="Adam Preedy" userId="f1c1a4a5a2d82056" providerId="LiveId" clId="{D8B5C0C6-A38D-4D95-84E4-502772A7ABF9}" dt="2023-03-06T09:16:19.965" v="4671" actId="26606"/>
          <ac:spMkLst>
            <pc:docMk/>
            <pc:sldMk cId="2343806768" sldId="265"/>
            <ac:spMk id="24" creationId="{DC580C66-5435-4F00-873E-679D3D5049C0}"/>
          </ac:spMkLst>
        </pc:spChg>
        <pc:spChg chg="add">
          <ac:chgData name="Adam Preedy" userId="f1c1a4a5a2d82056" providerId="LiveId" clId="{D8B5C0C6-A38D-4D95-84E4-502772A7ABF9}" dt="2023-03-06T09:16:19.965" v="4671" actId="26606"/>
          <ac:spMkLst>
            <pc:docMk/>
            <pc:sldMk cId="2343806768" sldId="265"/>
            <ac:spMk id="26" creationId="{B4AFD177-1A38-4FAE-87D4-840AE22C861C}"/>
          </ac:spMkLst>
        </pc:spChg>
        <pc:picChg chg="add">
          <ac:chgData name="Adam Preedy" userId="f1c1a4a5a2d82056" providerId="LiveId" clId="{D8B5C0C6-A38D-4D95-84E4-502772A7ABF9}" dt="2023-03-06T09:16:19.965" v="4671" actId="26606"/>
          <ac:picMkLst>
            <pc:docMk/>
            <pc:sldMk cId="2343806768" sldId="265"/>
            <ac:picMk id="7" creationId="{C4340A78-871B-2570-E452-D2596DAA12E2}"/>
          </ac:picMkLst>
        </pc:picChg>
      </pc:sldChg>
      <pc:sldChg chg="addSp delSp modSp new mod setBg">
        <pc:chgData name="Adam Preedy" userId="f1c1a4a5a2d82056" providerId="LiveId" clId="{D8B5C0C6-A38D-4D95-84E4-502772A7ABF9}" dt="2023-03-06T13:24:07.061" v="5149" actId="20577"/>
        <pc:sldMkLst>
          <pc:docMk/>
          <pc:sldMk cId="3667348737" sldId="266"/>
        </pc:sldMkLst>
        <pc:spChg chg="mod">
          <ac:chgData name="Adam Preedy" userId="f1c1a4a5a2d82056" providerId="LiveId" clId="{D8B5C0C6-A38D-4D95-84E4-502772A7ABF9}" dt="2023-03-06T09:14:35.419" v="4645" actId="26606"/>
          <ac:spMkLst>
            <pc:docMk/>
            <pc:sldMk cId="3667348737" sldId="266"/>
            <ac:spMk id="2" creationId="{7AE59AF7-C464-5B45-FA37-672720CB99A6}"/>
          </ac:spMkLst>
        </pc:spChg>
        <pc:spChg chg="mod">
          <ac:chgData name="Adam Preedy" userId="f1c1a4a5a2d82056" providerId="LiveId" clId="{D8B5C0C6-A38D-4D95-84E4-502772A7ABF9}" dt="2023-03-06T09:30:48.984" v="5105" actId="1076"/>
          <ac:spMkLst>
            <pc:docMk/>
            <pc:sldMk cId="3667348737" sldId="266"/>
            <ac:spMk id="3" creationId="{0CF3B7F8-8D1D-F03E-CB0F-86E475776CD3}"/>
          </ac:spMkLst>
        </pc:spChg>
        <pc:spChg chg="add">
          <ac:chgData name="Adam Preedy" userId="f1c1a4a5a2d82056" providerId="LiveId" clId="{D8B5C0C6-A38D-4D95-84E4-502772A7ABF9}" dt="2023-03-06T09:14:35.419" v="4645" actId="26606"/>
          <ac:spMkLst>
            <pc:docMk/>
            <pc:sldMk cId="3667348737" sldId="266"/>
            <ac:spMk id="8" creationId="{2B566528-1B12-4246-9431-5C2D7D081168}"/>
          </ac:spMkLst>
        </pc:spChg>
        <pc:spChg chg="add">
          <ac:chgData name="Adam Preedy" userId="f1c1a4a5a2d82056" providerId="LiveId" clId="{D8B5C0C6-A38D-4D95-84E4-502772A7ABF9}" dt="2023-03-06T09:14:35.419" v="4645" actId="26606"/>
          <ac:spMkLst>
            <pc:docMk/>
            <pc:sldMk cId="3667348737" sldId="266"/>
            <ac:spMk id="10" creationId="{2E80C965-DB6D-4F81-9E9E-B027384D0BD6}"/>
          </ac:spMkLst>
        </pc:spChg>
        <pc:spChg chg="add">
          <ac:chgData name="Adam Preedy" userId="f1c1a4a5a2d82056" providerId="LiveId" clId="{D8B5C0C6-A38D-4D95-84E4-502772A7ABF9}" dt="2023-03-06T09:14:35.419" v="4645" actId="26606"/>
          <ac:spMkLst>
            <pc:docMk/>
            <pc:sldMk cId="3667348737" sldId="266"/>
            <ac:spMk id="12" creationId="{A580F890-B085-4E95-96AA-55AEBEC5CE6E}"/>
          </ac:spMkLst>
        </pc:spChg>
        <pc:spChg chg="add">
          <ac:chgData name="Adam Preedy" userId="f1c1a4a5a2d82056" providerId="LiveId" clId="{D8B5C0C6-A38D-4D95-84E4-502772A7ABF9}" dt="2023-03-06T09:14:35.419" v="4645" actId="26606"/>
          <ac:spMkLst>
            <pc:docMk/>
            <pc:sldMk cId="3667348737" sldId="266"/>
            <ac:spMk id="14" creationId="{D3F51FEB-38FB-4F6C-9F7B-2F2AFAB65463}"/>
          </ac:spMkLst>
        </pc:spChg>
        <pc:spChg chg="add">
          <ac:chgData name="Adam Preedy" userId="f1c1a4a5a2d82056" providerId="LiveId" clId="{D8B5C0C6-A38D-4D95-84E4-502772A7ABF9}" dt="2023-03-06T09:14:35.419" v="4645" actId="26606"/>
          <ac:spMkLst>
            <pc:docMk/>
            <pc:sldMk cId="3667348737" sldId="266"/>
            <ac:spMk id="16" creationId="{1E547BA6-BAE0-43BB-A7CA-60F69CE252F0}"/>
          </ac:spMkLst>
        </pc:spChg>
        <pc:graphicFrameChg chg="add del mod modGraphic">
          <ac:chgData name="Adam Preedy" userId="f1c1a4a5a2d82056" providerId="LiveId" clId="{D8B5C0C6-A38D-4D95-84E4-502772A7ABF9}" dt="2023-03-06T09:23:22.649" v="4843" actId="478"/>
          <ac:graphicFrameMkLst>
            <pc:docMk/>
            <pc:sldMk cId="3667348737" sldId="266"/>
            <ac:graphicFrameMk id="4" creationId="{1C3BF3C5-66A3-DFF2-A8BA-3204B96833B6}"/>
          </ac:graphicFrameMkLst>
        </pc:graphicFrameChg>
        <pc:graphicFrameChg chg="add mod modGraphic">
          <ac:chgData name="Adam Preedy" userId="f1c1a4a5a2d82056" providerId="LiveId" clId="{D8B5C0C6-A38D-4D95-84E4-502772A7ABF9}" dt="2023-03-06T09:28:20.397" v="5070" actId="20577"/>
          <ac:graphicFrameMkLst>
            <pc:docMk/>
            <pc:sldMk cId="3667348737" sldId="266"/>
            <ac:graphicFrameMk id="5" creationId="{3B5093B0-AC94-9422-7E76-AC240F93C6B8}"/>
          </ac:graphicFrameMkLst>
        </pc:graphicFrameChg>
        <pc:graphicFrameChg chg="add mod modGraphic">
          <ac:chgData name="Adam Preedy" userId="f1c1a4a5a2d82056" providerId="LiveId" clId="{D8B5C0C6-A38D-4D95-84E4-502772A7ABF9}" dt="2023-03-06T13:24:07.061" v="5149" actId="20577"/>
          <ac:graphicFrameMkLst>
            <pc:docMk/>
            <pc:sldMk cId="3667348737" sldId="266"/>
            <ac:graphicFrameMk id="6" creationId="{A9C00D24-FBD8-7902-CAB3-EB8BBB81AD73}"/>
          </ac:graphicFrameMkLst>
        </pc:graphicFrameChg>
      </pc:sldChg>
      <pc:sldChg chg="add del">
        <pc:chgData name="Adam Preedy" userId="f1c1a4a5a2d82056" providerId="LiveId" clId="{D8B5C0C6-A38D-4D95-84E4-502772A7ABF9}" dt="2023-03-06T08:39:52.439" v="2842" actId="2696"/>
        <pc:sldMkLst>
          <pc:docMk/>
          <pc:sldMk cId="4113686248" sldId="267"/>
        </pc:sldMkLst>
      </pc:sldChg>
      <pc:sldChg chg="addSp modSp new mod setBg">
        <pc:chgData name="Adam Preedy" userId="f1c1a4a5a2d82056" providerId="LiveId" clId="{D8B5C0C6-A38D-4D95-84E4-502772A7ABF9}" dt="2023-03-06T09:15:49.893" v="4665" actId="403"/>
        <pc:sldMkLst>
          <pc:docMk/>
          <pc:sldMk cId="1799034186" sldId="268"/>
        </pc:sldMkLst>
        <pc:spChg chg="mod">
          <ac:chgData name="Adam Preedy" userId="f1c1a4a5a2d82056" providerId="LiveId" clId="{D8B5C0C6-A38D-4D95-84E4-502772A7ABF9}" dt="2023-03-06T09:13:37.180" v="4631" actId="26606"/>
          <ac:spMkLst>
            <pc:docMk/>
            <pc:sldMk cId="1799034186" sldId="268"/>
            <ac:spMk id="2" creationId="{F4708AA3-FD5D-BE85-BC1C-4AA9632AC9C1}"/>
          </ac:spMkLst>
        </pc:spChg>
        <pc:spChg chg="mod">
          <ac:chgData name="Adam Preedy" userId="f1c1a4a5a2d82056" providerId="LiveId" clId="{D8B5C0C6-A38D-4D95-84E4-502772A7ABF9}" dt="2023-03-06T09:15:49.893" v="4665" actId="403"/>
          <ac:spMkLst>
            <pc:docMk/>
            <pc:sldMk cId="1799034186" sldId="268"/>
            <ac:spMk id="3" creationId="{97731515-8F1C-3714-8F3A-9415772C3125}"/>
          </ac:spMkLst>
        </pc:spChg>
        <pc:spChg chg="add">
          <ac:chgData name="Adam Preedy" userId="f1c1a4a5a2d82056" providerId="LiveId" clId="{D8B5C0C6-A38D-4D95-84E4-502772A7ABF9}" dt="2023-03-06T09:13:37.180" v="4631" actId="26606"/>
          <ac:spMkLst>
            <pc:docMk/>
            <pc:sldMk cId="1799034186" sldId="268"/>
            <ac:spMk id="8" creationId="{2B566528-1B12-4246-9431-5C2D7D081168}"/>
          </ac:spMkLst>
        </pc:spChg>
        <pc:spChg chg="add">
          <ac:chgData name="Adam Preedy" userId="f1c1a4a5a2d82056" providerId="LiveId" clId="{D8B5C0C6-A38D-4D95-84E4-502772A7ABF9}" dt="2023-03-06T09:13:37.180" v="4631" actId="26606"/>
          <ac:spMkLst>
            <pc:docMk/>
            <pc:sldMk cId="1799034186" sldId="268"/>
            <ac:spMk id="10" creationId="{2E80C965-DB6D-4F81-9E9E-B027384D0BD6}"/>
          </ac:spMkLst>
        </pc:spChg>
        <pc:spChg chg="add">
          <ac:chgData name="Adam Preedy" userId="f1c1a4a5a2d82056" providerId="LiveId" clId="{D8B5C0C6-A38D-4D95-84E4-502772A7ABF9}" dt="2023-03-06T09:13:37.180" v="4631" actId="26606"/>
          <ac:spMkLst>
            <pc:docMk/>
            <pc:sldMk cId="1799034186" sldId="268"/>
            <ac:spMk id="12" creationId="{A580F890-B085-4E95-96AA-55AEBEC5CE6E}"/>
          </ac:spMkLst>
        </pc:spChg>
        <pc:spChg chg="add">
          <ac:chgData name="Adam Preedy" userId="f1c1a4a5a2d82056" providerId="LiveId" clId="{D8B5C0C6-A38D-4D95-84E4-502772A7ABF9}" dt="2023-03-06T09:13:37.180" v="4631" actId="26606"/>
          <ac:spMkLst>
            <pc:docMk/>
            <pc:sldMk cId="1799034186" sldId="268"/>
            <ac:spMk id="14" creationId="{D3F51FEB-38FB-4F6C-9F7B-2F2AFAB65463}"/>
          </ac:spMkLst>
        </pc:spChg>
        <pc:spChg chg="add">
          <ac:chgData name="Adam Preedy" userId="f1c1a4a5a2d82056" providerId="LiveId" clId="{D8B5C0C6-A38D-4D95-84E4-502772A7ABF9}" dt="2023-03-06T09:13:37.180" v="4631" actId="26606"/>
          <ac:spMkLst>
            <pc:docMk/>
            <pc:sldMk cId="1799034186" sldId="268"/>
            <ac:spMk id="16" creationId="{1E547BA6-BAE0-43BB-A7CA-60F69CE252F0}"/>
          </ac:spMkLst>
        </pc:spChg>
      </pc:sldChg>
      <pc:sldChg chg="add del">
        <pc:chgData name="Adam Preedy" userId="f1c1a4a5a2d82056" providerId="LiveId" clId="{D8B5C0C6-A38D-4D95-84E4-502772A7ABF9}" dt="2023-03-06T08:42:55.283" v="3017" actId="47"/>
        <pc:sldMkLst>
          <pc:docMk/>
          <pc:sldMk cId="225313525" sldId="269"/>
        </pc:sldMkLst>
      </pc:sldChg>
      <pc:sldChg chg="addSp delSp modSp new mod setBg">
        <pc:chgData name="Adam Preedy" userId="f1c1a4a5a2d82056" providerId="LiveId" clId="{D8B5C0C6-A38D-4D95-84E4-502772A7ABF9}" dt="2023-03-06T13:18:03.376" v="5116" actId="207"/>
        <pc:sldMkLst>
          <pc:docMk/>
          <pc:sldMk cId="1104982972" sldId="269"/>
        </pc:sldMkLst>
        <pc:spChg chg="mod">
          <ac:chgData name="Adam Preedy" userId="f1c1a4a5a2d82056" providerId="LiveId" clId="{D8B5C0C6-A38D-4D95-84E4-502772A7ABF9}" dt="2023-03-06T09:12:37.381" v="4618" actId="26606"/>
          <ac:spMkLst>
            <pc:docMk/>
            <pc:sldMk cId="1104982972" sldId="269"/>
            <ac:spMk id="2" creationId="{FCEA4881-4C85-1E8A-C7D6-D99BE0E56C4D}"/>
          </ac:spMkLst>
        </pc:spChg>
        <pc:spChg chg="add del mod">
          <ac:chgData name="Adam Preedy" userId="f1c1a4a5a2d82056" providerId="LiveId" clId="{D8B5C0C6-A38D-4D95-84E4-502772A7ABF9}" dt="2023-03-06T09:12:37.381" v="4618" actId="26606"/>
          <ac:spMkLst>
            <pc:docMk/>
            <pc:sldMk cId="1104982972" sldId="269"/>
            <ac:spMk id="3" creationId="{D558F079-27F6-F6B2-CFFC-F59D93BB16DF}"/>
          </ac:spMkLst>
        </pc:spChg>
        <pc:spChg chg="add">
          <ac:chgData name="Adam Preedy" userId="f1c1a4a5a2d82056" providerId="LiveId" clId="{D8B5C0C6-A38D-4D95-84E4-502772A7ABF9}" dt="2023-03-06T09:12:37.381" v="4618" actId="26606"/>
          <ac:spMkLst>
            <pc:docMk/>
            <pc:sldMk cId="1104982972" sldId="269"/>
            <ac:spMk id="8" creationId="{2B566528-1B12-4246-9431-5C2D7D081168}"/>
          </ac:spMkLst>
        </pc:spChg>
        <pc:spChg chg="add del">
          <ac:chgData name="Adam Preedy" userId="f1c1a4a5a2d82056" providerId="LiveId" clId="{D8B5C0C6-A38D-4D95-84E4-502772A7ABF9}" dt="2023-03-06T09:12:37.376" v="4617" actId="26606"/>
          <ac:spMkLst>
            <pc:docMk/>
            <pc:sldMk cId="1104982972" sldId="269"/>
            <ac:spMk id="9" creationId="{2B566528-1B12-4246-9431-5C2D7D081168}"/>
          </ac:spMkLst>
        </pc:spChg>
        <pc:spChg chg="add">
          <ac:chgData name="Adam Preedy" userId="f1c1a4a5a2d82056" providerId="LiveId" clId="{D8B5C0C6-A38D-4D95-84E4-502772A7ABF9}" dt="2023-03-06T09:12:37.381" v="4618" actId="26606"/>
          <ac:spMkLst>
            <pc:docMk/>
            <pc:sldMk cId="1104982972" sldId="269"/>
            <ac:spMk id="10" creationId="{2E80C965-DB6D-4F81-9E9E-B027384D0BD6}"/>
          </ac:spMkLst>
        </pc:spChg>
        <pc:spChg chg="add del">
          <ac:chgData name="Adam Preedy" userId="f1c1a4a5a2d82056" providerId="LiveId" clId="{D8B5C0C6-A38D-4D95-84E4-502772A7ABF9}" dt="2023-03-06T09:12:37.376" v="4617" actId="26606"/>
          <ac:spMkLst>
            <pc:docMk/>
            <pc:sldMk cId="1104982972" sldId="269"/>
            <ac:spMk id="11" creationId="{2E80C965-DB6D-4F81-9E9E-B027384D0BD6}"/>
          </ac:spMkLst>
        </pc:spChg>
        <pc:spChg chg="add">
          <ac:chgData name="Adam Preedy" userId="f1c1a4a5a2d82056" providerId="LiveId" clId="{D8B5C0C6-A38D-4D95-84E4-502772A7ABF9}" dt="2023-03-06T09:12:37.381" v="4618" actId="26606"/>
          <ac:spMkLst>
            <pc:docMk/>
            <pc:sldMk cId="1104982972" sldId="269"/>
            <ac:spMk id="12" creationId="{A580F890-B085-4E95-96AA-55AEBEC5CE6E}"/>
          </ac:spMkLst>
        </pc:spChg>
        <pc:spChg chg="add del">
          <ac:chgData name="Adam Preedy" userId="f1c1a4a5a2d82056" providerId="LiveId" clId="{D8B5C0C6-A38D-4D95-84E4-502772A7ABF9}" dt="2023-03-06T09:12:37.376" v="4617" actId="26606"/>
          <ac:spMkLst>
            <pc:docMk/>
            <pc:sldMk cId="1104982972" sldId="269"/>
            <ac:spMk id="13" creationId="{A580F890-B085-4E95-96AA-55AEBEC5CE6E}"/>
          </ac:spMkLst>
        </pc:spChg>
        <pc:spChg chg="add">
          <ac:chgData name="Adam Preedy" userId="f1c1a4a5a2d82056" providerId="LiveId" clId="{D8B5C0C6-A38D-4D95-84E4-502772A7ABF9}" dt="2023-03-06T09:12:37.381" v="4618" actId="26606"/>
          <ac:spMkLst>
            <pc:docMk/>
            <pc:sldMk cId="1104982972" sldId="269"/>
            <ac:spMk id="14" creationId="{D3F51FEB-38FB-4F6C-9F7B-2F2AFAB65463}"/>
          </ac:spMkLst>
        </pc:spChg>
        <pc:spChg chg="add del">
          <ac:chgData name="Adam Preedy" userId="f1c1a4a5a2d82056" providerId="LiveId" clId="{D8B5C0C6-A38D-4D95-84E4-502772A7ABF9}" dt="2023-03-06T09:12:37.376" v="4617" actId="26606"/>
          <ac:spMkLst>
            <pc:docMk/>
            <pc:sldMk cId="1104982972" sldId="269"/>
            <ac:spMk id="15" creationId="{D3F51FEB-38FB-4F6C-9F7B-2F2AFAB65463}"/>
          </ac:spMkLst>
        </pc:spChg>
        <pc:spChg chg="add">
          <ac:chgData name="Adam Preedy" userId="f1c1a4a5a2d82056" providerId="LiveId" clId="{D8B5C0C6-A38D-4D95-84E4-502772A7ABF9}" dt="2023-03-06T09:12:37.381" v="4618" actId="26606"/>
          <ac:spMkLst>
            <pc:docMk/>
            <pc:sldMk cId="1104982972" sldId="269"/>
            <ac:spMk id="16" creationId="{1E547BA6-BAE0-43BB-A7CA-60F69CE252F0}"/>
          </ac:spMkLst>
        </pc:spChg>
        <pc:spChg chg="add del">
          <ac:chgData name="Adam Preedy" userId="f1c1a4a5a2d82056" providerId="LiveId" clId="{D8B5C0C6-A38D-4D95-84E4-502772A7ABF9}" dt="2023-03-06T09:12:37.376" v="4617" actId="26606"/>
          <ac:spMkLst>
            <pc:docMk/>
            <pc:sldMk cId="1104982972" sldId="269"/>
            <ac:spMk id="17" creationId="{1E547BA6-BAE0-43BB-A7CA-60F69CE252F0}"/>
          </ac:spMkLst>
        </pc:spChg>
        <pc:spChg chg="add mod">
          <ac:chgData name="Adam Preedy" userId="f1c1a4a5a2d82056" providerId="LiveId" clId="{D8B5C0C6-A38D-4D95-84E4-502772A7ABF9}" dt="2023-03-06T13:18:03.376" v="5116" actId="207"/>
          <ac:spMkLst>
            <pc:docMk/>
            <pc:sldMk cId="1104982972" sldId="269"/>
            <ac:spMk id="19" creationId="{D558F079-27F6-F6B2-CFFC-F59D93BB16DF}"/>
          </ac:spMkLst>
        </pc:spChg>
        <pc:graphicFrameChg chg="add del">
          <ac:chgData name="Adam Preedy" userId="f1c1a4a5a2d82056" providerId="LiveId" clId="{D8B5C0C6-A38D-4D95-84E4-502772A7ABF9}" dt="2023-03-06T09:12:37.376" v="4617" actId="26606"/>
          <ac:graphicFrameMkLst>
            <pc:docMk/>
            <pc:sldMk cId="1104982972" sldId="269"/>
            <ac:graphicFrameMk id="5" creationId="{27A3D9AC-6776-CFE0-0474-2BD784AACF4E}"/>
          </ac:graphicFrameMkLst>
        </pc:graphicFrameChg>
      </pc:sldChg>
      <pc:sldChg chg="add del">
        <pc:chgData name="Adam Preedy" userId="f1c1a4a5a2d82056" providerId="LiveId" clId="{D8B5C0C6-A38D-4D95-84E4-502772A7ABF9}" dt="2023-03-06T08:42:56.490" v="3019" actId="47"/>
        <pc:sldMkLst>
          <pc:docMk/>
          <pc:sldMk cId="1324638799" sldId="270"/>
        </pc:sldMkLst>
      </pc:sldChg>
      <pc:sldChg chg="addSp modSp new mod setBg">
        <pc:chgData name="Adam Preedy" userId="f1c1a4a5a2d82056" providerId="LiveId" clId="{D8B5C0C6-A38D-4D95-84E4-502772A7ABF9}" dt="2023-03-06T13:17:53.201" v="5114" actId="207"/>
        <pc:sldMkLst>
          <pc:docMk/>
          <pc:sldMk cId="3608087053" sldId="270"/>
        </pc:sldMkLst>
        <pc:spChg chg="mod">
          <ac:chgData name="Adam Preedy" userId="f1c1a4a5a2d82056" providerId="LiveId" clId="{D8B5C0C6-A38D-4D95-84E4-502772A7ABF9}" dt="2023-03-06T09:12:39.973" v="4619" actId="26606"/>
          <ac:spMkLst>
            <pc:docMk/>
            <pc:sldMk cId="3608087053" sldId="270"/>
            <ac:spMk id="2" creationId="{ED06379B-23EA-2C85-9C7F-2CFDFEEEB6E0}"/>
          </ac:spMkLst>
        </pc:spChg>
        <pc:spChg chg="mod">
          <ac:chgData name="Adam Preedy" userId="f1c1a4a5a2d82056" providerId="LiveId" clId="{D8B5C0C6-A38D-4D95-84E4-502772A7ABF9}" dt="2023-03-06T13:17:53.201" v="5114" actId="207"/>
          <ac:spMkLst>
            <pc:docMk/>
            <pc:sldMk cId="3608087053" sldId="270"/>
            <ac:spMk id="3" creationId="{A04EB834-2E52-E819-E63C-104825B25560}"/>
          </ac:spMkLst>
        </pc:spChg>
        <pc:spChg chg="add">
          <ac:chgData name="Adam Preedy" userId="f1c1a4a5a2d82056" providerId="LiveId" clId="{D8B5C0C6-A38D-4D95-84E4-502772A7ABF9}" dt="2023-03-06T09:12:39.973" v="4619" actId="26606"/>
          <ac:spMkLst>
            <pc:docMk/>
            <pc:sldMk cId="3608087053" sldId="270"/>
            <ac:spMk id="8" creationId="{2B566528-1B12-4246-9431-5C2D7D081168}"/>
          </ac:spMkLst>
        </pc:spChg>
        <pc:spChg chg="add">
          <ac:chgData name="Adam Preedy" userId="f1c1a4a5a2d82056" providerId="LiveId" clId="{D8B5C0C6-A38D-4D95-84E4-502772A7ABF9}" dt="2023-03-06T09:12:39.973" v="4619" actId="26606"/>
          <ac:spMkLst>
            <pc:docMk/>
            <pc:sldMk cId="3608087053" sldId="270"/>
            <ac:spMk id="10" creationId="{2E80C965-DB6D-4F81-9E9E-B027384D0BD6}"/>
          </ac:spMkLst>
        </pc:spChg>
        <pc:spChg chg="add">
          <ac:chgData name="Adam Preedy" userId="f1c1a4a5a2d82056" providerId="LiveId" clId="{D8B5C0C6-A38D-4D95-84E4-502772A7ABF9}" dt="2023-03-06T09:12:39.973" v="4619" actId="26606"/>
          <ac:spMkLst>
            <pc:docMk/>
            <pc:sldMk cId="3608087053" sldId="270"/>
            <ac:spMk id="12" creationId="{A580F890-B085-4E95-96AA-55AEBEC5CE6E}"/>
          </ac:spMkLst>
        </pc:spChg>
        <pc:spChg chg="add">
          <ac:chgData name="Adam Preedy" userId="f1c1a4a5a2d82056" providerId="LiveId" clId="{D8B5C0C6-A38D-4D95-84E4-502772A7ABF9}" dt="2023-03-06T09:12:39.973" v="4619" actId="26606"/>
          <ac:spMkLst>
            <pc:docMk/>
            <pc:sldMk cId="3608087053" sldId="270"/>
            <ac:spMk id="14" creationId="{D3F51FEB-38FB-4F6C-9F7B-2F2AFAB65463}"/>
          </ac:spMkLst>
        </pc:spChg>
        <pc:spChg chg="add">
          <ac:chgData name="Adam Preedy" userId="f1c1a4a5a2d82056" providerId="LiveId" clId="{D8B5C0C6-A38D-4D95-84E4-502772A7ABF9}" dt="2023-03-06T09:12:39.973" v="4619" actId="26606"/>
          <ac:spMkLst>
            <pc:docMk/>
            <pc:sldMk cId="3608087053" sldId="270"/>
            <ac:spMk id="16" creationId="{1E547BA6-BAE0-43BB-A7CA-60F69CE252F0}"/>
          </ac:spMkLst>
        </pc:spChg>
      </pc:sldChg>
      <pc:sldChg chg="addSp modSp new mod setBg">
        <pc:chgData name="Adam Preedy" userId="f1c1a4a5a2d82056" providerId="LiveId" clId="{D8B5C0C6-A38D-4D95-84E4-502772A7ABF9}" dt="2023-03-06T13:18:26.832" v="5120" actId="207"/>
        <pc:sldMkLst>
          <pc:docMk/>
          <pc:sldMk cId="4119291202" sldId="271"/>
        </pc:sldMkLst>
        <pc:spChg chg="mod">
          <ac:chgData name="Adam Preedy" userId="f1c1a4a5a2d82056" providerId="LiveId" clId="{D8B5C0C6-A38D-4D95-84E4-502772A7ABF9}" dt="2023-03-06T09:12:46.584" v="4620" actId="26606"/>
          <ac:spMkLst>
            <pc:docMk/>
            <pc:sldMk cId="4119291202" sldId="271"/>
            <ac:spMk id="2" creationId="{7DD640B5-4E36-1E96-601B-52E2486B96CE}"/>
          </ac:spMkLst>
        </pc:spChg>
        <pc:spChg chg="mod">
          <ac:chgData name="Adam Preedy" userId="f1c1a4a5a2d82056" providerId="LiveId" clId="{D8B5C0C6-A38D-4D95-84E4-502772A7ABF9}" dt="2023-03-06T13:18:26.832" v="5120" actId="207"/>
          <ac:spMkLst>
            <pc:docMk/>
            <pc:sldMk cId="4119291202" sldId="271"/>
            <ac:spMk id="3" creationId="{13EE5CB0-3596-1899-8791-DD7F783480D4}"/>
          </ac:spMkLst>
        </pc:spChg>
        <pc:spChg chg="add">
          <ac:chgData name="Adam Preedy" userId="f1c1a4a5a2d82056" providerId="LiveId" clId="{D8B5C0C6-A38D-4D95-84E4-502772A7ABF9}" dt="2023-03-06T09:12:46.584" v="4620" actId="26606"/>
          <ac:spMkLst>
            <pc:docMk/>
            <pc:sldMk cId="4119291202" sldId="271"/>
            <ac:spMk id="8" creationId="{2B566528-1B12-4246-9431-5C2D7D081168}"/>
          </ac:spMkLst>
        </pc:spChg>
        <pc:spChg chg="add">
          <ac:chgData name="Adam Preedy" userId="f1c1a4a5a2d82056" providerId="LiveId" clId="{D8B5C0C6-A38D-4D95-84E4-502772A7ABF9}" dt="2023-03-06T09:12:46.584" v="4620" actId="26606"/>
          <ac:spMkLst>
            <pc:docMk/>
            <pc:sldMk cId="4119291202" sldId="271"/>
            <ac:spMk id="10" creationId="{2E80C965-DB6D-4F81-9E9E-B027384D0BD6}"/>
          </ac:spMkLst>
        </pc:spChg>
        <pc:spChg chg="add">
          <ac:chgData name="Adam Preedy" userId="f1c1a4a5a2d82056" providerId="LiveId" clId="{D8B5C0C6-A38D-4D95-84E4-502772A7ABF9}" dt="2023-03-06T09:12:46.584" v="4620" actId="26606"/>
          <ac:spMkLst>
            <pc:docMk/>
            <pc:sldMk cId="4119291202" sldId="271"/>
            <ac:spMk id="12" creationId="{A580F890-B085-4E95-96AA-55AEBEC5CE6E}"/>
          </ac:spMkLst>
        </pc:spChg>
        <pc:spChg chg="add">
          <ac:chgData name="Adam Preedy" userId="f1c1a4a5a2d82056" providerId="LiveId" clId="{D8B5C0C6-A38D-4D95-84E4-502772A7ABF9}" dt="2023-03-06T09:12:46.584" v="4620" actId="26606"/>
          <ac:spMkLst>
            <pc:docMk/>
            <pc:sldMk cId="4119291202" sldId="271"/>
            <ac:spMk id="14" creationId="{D3F51FEB-38FB-4F6C-9F7B-2F2AFAB65463}"/>
          </ac:spMkLst>
        </pc:spChg>
        <pc:spChg chg="add">
          <ac:chgData name="Adam Preedy" userId="f1c1a4a5a2d82056" providerId="LiveId" clId="{D8B5C0C6-A38D-4D95-84E4-502772A7ABF9}" dt="2023-03-06T09:12:46.584" v="4620" actId="26606"/>
          <ac:spMkLst>
            <pc:docMk/>
            <pc:sldMk cId="4119291202" sldId="271"/>
            <ac:spMk id="16" creationId="{1E547BA6-BAE0-43BB-A7CA-60F69CE252F0}"/>
          </ac:spMkLst>
        </pc:spChg>
      </pc:sldChg>
      <pc:sldChg chg="addSp modSp new mod setBg">
        <pc:chgData name="Adam Preedy" userId="f1c1a4a5a2d82056" providerId="LiveId" clId="{D8B5C0C6-A38D-4D95-84E4-502772A7ABF9}" dt="2023-03-06T13:18:37.032" v="5122" actId="207"/>
        <pc:sldMkLst>
          <pc:docMk/>
          <pc:sldMk cId="461324244" sldId="272"/>
        </pc:sldMkLst>
        <pc:spChg chg="mod">
          <ac:chgData name="Adam Preedy" userId="f1c1a4a5a2d82056" providerId="LiveId" clId="{D8B5C0C6-A38D-4D95-84E4-502772A7ABF9}" dt="2023-03-06T09:12:50.546" v="4621" actId="26606"/>
          <ac:spMkLst>
            <pc:docMk/>
            <pc:sldMk cId="461324244" sldId="272"/>
            <ac:spMk id="2" creationId="{1886ECE6-6564-6D83-A85A-A6374701611C}"/>
          </ac:spMkLst>
        </pc:spChg>
        <pc:spChg chg="mod">
          <ac:chgData name="Adam Preedy" userId="f1c1a4a5a2d82056" providerId="LiveId" clId="{D8B5C0C6-A38D-4D95-84E4-502772A7ABF9}" dt="2023-03-06T13:18:37.032" v="5122" actId="207"/>
          <ac:spMkLst>
            <pc:docMk/>
            <pc:sldMk cId="461324244" sldId="272"/>
            <ac:spMk id="3" creationId="{B5B01728-AC4D-1CA7-9526-3990965A9362}"/>
          </ac:spMkLst>
        </pc:spChg>
        <pc:spChg chg="add">
          <ac:chgData name="Adam Preedy" userId="f1c1a4a5a2d82056" providerId="LiveId" clId="{D8B5C0C6-A38D-4D95-84E4-502772A7ABF9}" dt="2023-03-06T09:12:50.546" v="4621" actId="26606"/>
          <ac:spMkLst>
            <pc:docMk/>
            <pc:sldMk cId="461324244" sldId="272"/>
            <ac:spMk id="8" creationId="{2B566528-1B12-4246-9431-5C2D7D081168}"/>
          </ac:spMkLst>
        </pc:spChg>
        <pc:spChg chg="add">
          <ac:chgData name="Adam Preedy" userId="f1c1a4a5a2d82056" providerId="LiveId" clId="{D8B5C0C6-A38D-4D95-84E4-502772A7ABF9}" dt="2023-03-06T09:12:50.546" v="4621" actId="26606"/>
          <ac:spMkLst>
            <pc:docMk/>
            <pc:sldMk cId="461324244" sldId="272"/>
            <ac:spMk id="10" creationId="{2E80C965-DB6D-4F81-9E9E-B027384D0BD6}"/>
          </ac:spMkLst>
        </pc:spChg>
        <pc:spChg chg="add">
          <ac:chgData name="Adam Preedy" userId="f1c1a4a5a2d82056" providerId="LiveId" clId="{D8B5C0C6-A38D-4D95-84E4-502772A7ABF9}" dt="2023-03-06T09:12:50.546" v="4621" actId="26606"/>
          <ac:spMkLst>
            <pc:docMk/>
            <pc:sldMk cId="461324244" sldId="272"/>
            <ac:spMk id="12" creationId="{A580F890-B085-4E95-96AA-55AEBEC5CE6E}"/>
          </ac:spMkLst>
        </pc:spChg>
        <pc:spChg chg="add">
          <ac:chgData name="Adam Preedy" userId="f1c1a4a5a2d82056" providerId="LiveId" clId="{D8B5C0C6-A38D-4D95-84E4-502772A7ABF9}" dt="2023-03-06T09:12:50.546" v="4621" actId="26606"/>
          <ac:spMkLst>
            <pc:docMk/>
            <pc:sldMk cId="461324244" sldId="272"/>
            <ac:spMk id="14" creationId="{D3F51FEB-38FB-4F6C-9F7B-2F2AFAB65463}"/>
          </ac:spMkLst>
        </pc:spChg>
        <pc:spChg chg="add">
          <ac:chgData name="Adam Preedy" userId="f1c1a4a5a2d82056" providerId="LiveId" clId="{D8B5C0C6-A38D-4D95-84E4-502772A7ABF9}" dt="2023-03-06T09:12:50.546" v="4621" actId="26606"/>
          <ac:spMkLst>
            <pc:docMk/>
            <pc:sldMk cId="461324244" sldId="272"/>
            <ac:spMk id="16" creationId="{1E547BA6-BAE0-43BB-A7CA-60F69CE252F0}"/>
          </ac:spMkLst>
        </pc:spChg>
      </pc:sldChg>
      <pc:sldChg chg="addSp modSp new mod setBg">
        <pc:chgData name="Adam Preedy" userId="f1c1a4a5a2d82056" providerId="LiveId" clId="{D8B5C0C6-A38D-4D95-84E4-502772A7ABF9}" dt="2023-03-06T13:18:50.045" v="5124" actId="207"/>
        <pc:sldMkLst>
          <pc:docMk/>
          <pc:sldMk cId="928499537" sldId="273"/>
        </pc:sldMkLst>
        <pc:spChg chg="mod">
          <ac:chgData name="Adam Preedy" userId="f1c1a4a5a2d82056" providerId="LiveId" clId="{D8B5C0C6-A38D-4D95-84E4-502772A7ABF9}" dt="2023-03-06T09:18:22.221" v="4684" actId="26606"/>
          <ac:spMkLst>
            <pc:docMk/>
            <pc:sldMk cId="928499537" sldId="273"/>
            <ac:spMk id="2" creationId="{27B920B5-E564-E1BB-6645-E7108D21B5BD}"/>
          </ac:spMkLst>
        </pc:spChg>
        <pc:spChg chg="mod">
          <ac:chgData name="Adam Preedy" userId="f1c1a4a5a2d82056" providerId="LiveId" clId="{D8B5C0C6-A38D-4D95-84E4-502772A7ABF9}" dt="2023-03-06T13:18:50.045" v="5124" actId="207"/>
          <ac:spMkLst>
            <pc:docMk/>
            <pc:sldMk cId="928499537" sldId="273"/>
            <ac:spMk id="3" creationId="{CF7D577E-3541-3619-774C-6AD5546D5207}"/>
          </ac:spMkLst>
        </pc:spChg>
        <pc:spChg chg="add">
          <ac:chgData name="Adam Preedy" userId="f1c1a4a5a2d82056" providerId="LiveId" clId="{D8B5C0C6-A38D-4D95-84E4-502772A7ABF9}" dt="2023-03-06T09:18:22.221" v="4684" actId="26606"/>
          <ac:spMkLst>
            <pc:docMk/>
            <pc:sldMk cId="928499537" sldId="273"/>
            <ac:spMk id="8" creationId="{2B566528-1B12-4246-9431-5C2D7D081168}"/>
          </ac:spMkLst>
        </pc:spChg>
        <pc:spChg chg="add">
          <ac:chgData name="Adam Preedy" userId="f1c1a4a5a2d82056" providerId="LiveId" clId="{D8B5C0C6-A38D-4D95-84E4-502772A7ABF9}" dt="2023-03-06T09:18:22.221" v="4684" actId="26606"/>
          <ac:spMkLst>
            <pc:docMk/>
            <pc:sldMk cId="928499537" sldId="273"/>
            <ac:spMk id="10" creationId="{2E80C965-DB6D-4F81-9E9E-B027384D0BD6}"/>
          </ac:spMkLst>
        </pc:spChg>
        <pc:spChg chg="add">
          <ac:chgData name="Adam Preedy" userId="f1c1a4a5a2d82056" providerId="LiveId" clId="{D8B5C0C6-A38D-4D95-84E4-502772A7ABF9}" dt="2023-03-06T09:18:22.221" v="4684" actId="26606"/>
          <ac:spMkLst>
            <pc:docMk/>
            <pc:sldMk cId="928499537" sldId="273"/>
            <ac:spMk id="12" creationId="{A580F890-B085-4E95-96AA-55AEBEC5CE6E}"/>
          </ac:spMkLst>
        </pc:spChg>
        <pc:spChg chg="add">
          <ac:chgData name="Adam Preedy" userId="f1c1a4a5a2d82056" providerId="LiveId" clId="{D8B5C0C6-A38D-4D95-84E4-502772A7ABF9}" dt="2023-03-06T09:18:22.221" v="4684" actId="26606"/>
          <ac:spMkLst>
            <pc:docMk/>
            <pc:sldMk cId="928499537" sldId="273"/>
            <ac:spMk id="14" creationId="{D3F51FEB-38FB-4F6C-9F7B-2F2AFAB65463}"/>
          </ac:spMkLst>
        </pc:spChg>
        <pc:spChg chg="add">
          <ac:chgData name="Adam Preedy" userId="f1c1a4a5a2d82056" providerId="LiveId" clId="{D8B5C0C6-A38D-4D95-84E4-502772A7ABF9}" dt="2023-03-06T09:18:22.221" v="4684" actId="26606"/>
          <ac:spMkLst>
            <pc:docMk/>
            <pc:sldMk cId="928499537" sldId="273"/>
            <ac:spMk id="16" creationId="{1E547BA6-BAE0-43BB-A7CA-60F69CE252F0}"/>
          </ac:spMkLst>
        </pc:spChg>
      </pc:sldChg>
      <pc:sldChg chg="addSp modSp new mod setBg">
        <pc:chgData name="Adam Preedy" userId="f1c1a4a5a2d82056" providerId="LiveId" clId="{D8B5C0C6-A38D-4D95-84E4-502772A7ABF9}" dt="2023-03-06T09:15:27.745" v="4655" actId="404"/>
        <pc:sldMkLst>
          <pc:docMk/>
          <pc:sldMk cId="1487552662" sldId="274"/>
        </pc:sldMkLst>
        <pc:spChg chg="mod">
          <ac:chgData name="Adam Preedy" userId="f1c1a4a5a2d82056" providerId="LiveId" clId="{D8B5C0C6-A38D-4D95-84E4-502772A7ABF9}" dt="2023-03-06T09:12:52.905" v="4622" actId="26606"/>
          <ac:spMkLst>
            <pc:docMk/>
            <pc:sldMk cId="1487552662" sldId="274"/>
            <ac:spMk id="2" creationId="{855DDCC3-5E3E-18A0-9A38-4E6033E9741E}"/>
          </ac:spMkLst>
        </pc:spChg>
        <pc:spChg chg="mod">
          <ac:chgData name="Adam Preedy" userId="f1c1a4a5a2d82056" providerId="LiveId" clId="{D8B5C0C6-A38D-4D95-84E4-502772A7ABF9}" dt="2023-03-06T09:15:27.745" v="4655" actId="404"/>
          <ac:spMkLst>
            <pc:docMk/>
            <pc:sldMk cId="1487552662" sldId="274"/>
            <ac:spMk id="3" creationId="{51154822-C83A-CA45-5D79-E883E8E0B472}"/>
          </ac:spMkLst>
        </pc:spChg>
        <pc:spChg chg="add">
          <ac:chgData name="Adam Preedy" userId="f1c1a4a5a2d82056" providerId="LiveId" clId="{D8B5C0C6-A38D-4D95-84E4-502772A7ABF9}" dt="2023-03-06T09:12:52.905" v="4622" actId="26606"/>
          <ac:spMkLst>
            <pc:docMk/>
            <pc:sldMk cId="1487552662" sldId="274"/>
            <ac:spMk id="8" creationId="{2B566528-1B12-4246-9431-5C2D7D081168}"/>
          </ac:spMkLst>
        </pc:spChg>
        <pc:spChg chg="add">
          <ac:chgData name="Adam Preedy" userId="f1c1a4a5a2d82056" providerId="LiveId" clId="{D8B5C0C6-A38D-4D95-84E4-502772A7ABF9}" dt="2023-03-06T09:12:52.905" v="4622" actId="26606"/>
          <ac:spMkLst>
            <pc:docMk/>
            <pc:sldMk cId="1487552662" sldId="274"/>
            <ac:spMk id="10" creationId="{2E80C965-DB6D-4F81-9E9E-B027384D0BD6}"/>
          </ac:spMkLst>
        </pc:spChg>
        <pc:spChg chg="add">
          <ac:chgData name="Adam Preedy" userId="f1c1a4a5a2d82056" providerId="LiveId" clId="{D8B5C0C6-A38D-4D95-84E4-502772A7ABF9}" dt="2023-03-06T09:12:52.905" v="4622" actId="26606"/>
          <ac:spMkLst>
            <pc:docMk/>
            <pc:sldMk cId="1487552662" sldId="274"/>
            <ac:spMk id="12" creationId="{A580F890-B085-4E95-96AA-55AEBEC5CE6E}"/>
          </ac:spMkLst>
        </pc:spChg>
        <pc:spChg chg="add">
          <ac:chgData name="Adam Preedy" userId="f1c1a4a5a2d82056" providerId="LiveId" clId="{D8B5C0C6-A38D-4D95-84E4-502772A7ABF9}" dt="2023-03-06T09:12:52.905" v="4622" actId="26606"/>
          <ac:spMkLst>
            <pc:docMk/>
            <pc:sldMk cId="1487552662" sldId="274"/>
            <ac:spMk id="14" creationId="{D3F51FEB-38FB-4F6C-9F7B-2F2AFAB65463}"/>
          </ac:spMkLst>
        </pc:spChg>
        <pc:spChg chg="add">
          <ac:chgData name="Adam Preedy" userId="f1c1a4a5a2d82056" providerId="LiveId" clId="{D8B5C0C6-A38D-4D95-84E4-502772A7ABF9}" dt="2023-03-06T09:12:52.905" v="4622" actId="26606"/>
          <ac:spMkLst>
            <pc:docMk/>
            <pc:sldMk cId="1487552662" sldId="274"/>
            <ac:spMk id="16" creationId="{1E547BA6-BAE0-43BB-A7CA-60F69CE252F0}"/>
          </ac:spMkLst>
        </pc:spChg>
      </pc:sldChg>
      <pc:sldChg chg="addSp modSp new mod setBg">
        <pc:chgData name="Adam Preedy" userId="f1c1a4a5a2d82056" providerId="LiveId" clId="{D8B5C0C6-A38D-4D95-84E4-502772A7ABF9}" dt="2023-03-06T09:15:55.552" v="4666" actId="403"/>
        <pc:sldMkLst>
          <pc:docMk/>
          <pc:sldMk cId="3846518860" sldId="275"/>
        </pc:sldMkLst>
        <pc:spChg chg="mod">
          <ac:chgData name="Adam Preedy" userId="f1c1a4a5a2d82056" providerId="LiveId" clId="{D8B5C0C6-A38D-4D95-84E4-502772A7ABF9}" dt="2023-03-06T09:14:16.580" v="4641" actId="26606"/>
          <ac:spMkLst>
            <pc:docMk/>
            <pc:sldMk cId="3846518860" sldId="275"/>
            <ac:spMk id="2" creationId="{39DBED14-1927-C79A-2EE7-8D397895EEDD}"/>
          </ac:spMkLst>
        </pc:spChg>
        <pc:spChg chg="mod">
          <ac:chgData name="Adam Preedy" userId="f1c1a4a5a2d82056" providerId="LiveId" clId="{D8B5C0C6-A38D-4D95-84E4-502772A7ABF9}" dt="2023-03-06T09:15:55.552" v="4666" actId="403"/>
          <ac:spMkLst>
            <pc:docMk/>
            <pc:sldMk cId="3846518860" sldId="275"/>
            <ac:spMk id="3" creationId="{DB521A4D-920A-145C-8471-976BF1870D8F}"/>
          </ac:spMkLst>
        </pc:spChg>
        <pc:spChg chg="add">
          <ac:chgData name="Adam Preedy" userId="f1c1a4a5a2d82056" providerId="LiveId" clId="{D8B5C0C6-A38D-4D95-84E4-502772A7ABF9}" dt="2023-03-06T09:14:16.580" v="4641" actId="26606"/>
          <ac:spMkLst>
            <pc:docMk/>
            <pc:sldMk cId="3846518860" sldId="275"/>
            <ac:spMk id="8" creationId="{2B566528-1B12-4246-9431-5C2D7D081168}"/>
          </ac:spMkLst>
        </pc:spChg>
        <pc:spChg chg="add">
          <ac:chgData name="Adam Preedy" userId="f1c1a4a5a2d82056" providerId="LiveId" clId="{D8B5C0C6-A38D-4D95-84E4-502772A7ABF9}" dt="2023-03-06T09:14:16.580" v="4641" actId="26606"/>
          <ac:spMkLst>
            <pc:docMk/>
            <pc:sldMk cId="3846518860" sldId="275"/>
            <ac:spMk id="10" creationId="{2E80C965-DB6D-4F81-9E9E-B027384D0BD6}"/>
          </ac:spMkLst>
        </pc:spChg>
        <pc:spChg chg="add">
          <ac:chgData name="Adam Preedy" userId="f1c1a4a5a2d82056" providerId="LiveId" clId="{D8B5C0C6-A38D-4D95-84E4-502772A7ABF9}" dt="2023-03-06T09:14:16.580" v="4641" actId="26606"/>
          <ac:spMkLst>
            <pc:docMk/>
            <pc:sldMk cId="3846518860" sldId="275"/>
            <ac:spMk id="12" creationId="{A580F890-B085-4E95-96AA-55AEBEC5CE6E}"/>
          </ac:spMkLst>
        </pc:spChg>
        <pc:spChg chg="add">
          <ac:chgData name="Adam Preedy" userId="f1c1a4a5a2d82056" providerId="LiveId" clId="{D8B5C0C6-A38D-4D95-84E4-502772A7ABF9}" dt="2023-03-06T09:14:16.580" v="4641" actId="26606"/>
          <ac:spMkLst>
            <pc:docMk/>
            <pc:sldMk cId="3846518860" sldId="275"/>
            <ac:spMk id="14" creationId="{D3F51FEB-38FB-4F6C-9F7B-2F2AFAB65463}"/>
          </ac:spMkLst>
        </pc:spChg>
        <pc:spChg chg="add">
          <ac:chgData name="Adam Preedy" userId="f1c1a4a5a2d82056" providerId="LiveId" clId="{D8B5C0C6-A38D-4D95-84E4-502772A7ABF9}" dt="2023-03-06T09:14:16.580" v="4641" actId="26606"/>
          <ac:spMkLst>
            <pc:docMk/>
            <pc:sldMk cId="3846518860" sldId="275"/>
            <ac:spMk id="16" creationId="{1E547BA6-BAE0-43BB-A7CA-60F69CE252F0}"/>
          </ac:spMkLst>
        </pc:spChg>
      </pc:sldChg>
      <pc:sldChg chg="addSp delSp modSp new mod setBg">
        <pc:chgData name="Adam Preedy" userId="f1c1a4a5a2d82056" providerId="LiveId" clId="{D8B5C0C6-A38D-4D95-84E4-502772A7ABF9}" dt="2023-03-06T09:13:59.841" v="4640" actId="1076"/>
        <pc:sldMkLst>
          <pc:docMk/>
          <pc:sldMk cId="3007835352" sldId="276"/>
        </pc:sldMkLst>
        <pc:spChg chg="mod">
          <ac:chgData name="Adam Preedy" userId="f1c1a4a5a2d82056" providerId="LiveId" clId="{D8B5C0C6-A38D-4D95-84E4-502772A7ABF9}" dt="2023-03-06T09:13:48.219" v="4634" actId="26606"/>
          <ac:spMkLst>
            <pc:docMk/>
            <pc:sldMk cId="3007835352" sldId="276"/>
            <ac:spMk id="2" creationId="{72F7526A-1392-154F-33B1-B779F323A8EB}"/>
          </ac:spMkLst>
        </pc:spChg>
        <pc:spChg chg="del">
          <ac:chgData name="Adam Preedy" userId="f1c1a4a5a2d82056" providerId="LiveId" clId="{D8B5C0C6-A38D-4D95-84E4-502772A7ABF9}" dt="2023-03-06T09:08:03.361" v="4302"/>
          <ac:spMkLst>
            <pc:docMk/>
            <pc:sldMk cId="3007835352" sldId="276"/>
            <ac:spMk id="3" creationId="{FBB56D88-1F7E-59CA-A60B-0362EE794718}"/>
          </ac:spMkLst>
        </pc:spChg>
        <pc:spChg chg="add del">
          <ac:chgData name="Adam Preedy" userId="f1c1a4a5a2d82056" providerId="LiveId" clId="{D8B5C0C6-A38D-4D95-84E4-502772A7ABF9}" dt="2023-03-06T09:13:48.214" v="4633" actId="26606"/>
          <ac:spMkLst>
            <pc:docMk/>
            <pc:sldMk cId="3007835352" sldId="276"/>
            <ac:spMk id="9" creationId="{F3E92E0C-96DE-4A03-CE78-1F9F768E2145}"/>
          </ac:spMkLst>
        </pc:spChg>
        <pc:spChg chg="add del">
          <ac:chgData name="Adam Preedy" userId="f1c1a4a5a2d82056" providerId="LiveId" clId="{D8B5C0C6-A38D-4D95-84E4-502772A7ABF9}" dt="2023-03-06T09:13:48.214" v="4633" actId="26606"/>
          <ac:spMkLst>
            <pc:docMk/>
            <pc:sldMk cId="3007835352" sldId="276"/>
            <ac:spMk id="12" creationId="{2B566528-1B12-4246-9431-5C2D7D081168}"/>
          </ac:spMkLst>
        </pc:spChg>
        <pc:spChg chg="add">
          <ac:chgData name="Adam Preedy" userId="f1c1a4a5a2d82056" providerId="LiveId" clId="{D8B5C0C6-A38D-4D95-84E4-502772A7ABF9}" dt="2023-03-06T09:13:48.219" v="4634" actId="26606"/>
          <ac:spMkLst>
            <pc:docMk/>
            <pc:sldMk cId="3007835352" sldId="276"/>
            <ac:spMk id="22" creationId="{2B566528-1B12-4246-9431-5C2D7D081168}"/>
          </ac:spMkLst>
        </pc:spChg>
        <pc:spChg chg="add del">
          <ac:chgData name="Adam Preedy" userId="f1c1a4a5a2d82056" providerId="LiveId" clId="{D8B5C0C6-A38D-4D95-84E4-502772A7ABF9}" dt="2023-03-06T09:13:51.122" v="4635" actId="478"/>
          <ac:spMkLst>
            <pc:docMk/>
            <pc:sldMk cId="3007835352" sldId="276"/>
            <ac:spMk id="26" creationId="{8EEC3EE3-58D9-E108-47CE-A3B4A1694764}"/>
          </ac:spMkLst>
        </pc:spChg>
        <pc:grpChg chg="add del">
          <ac:chgData name="Adam Preedy" userId="f1c1a4a5a2d82056" providerId="LiveId" clId="{D8B5C0C6-A38D-4D95-84E4-502772A7ABF9}" dt="2023-03-06T09:13:48.214" v="4633" actId="26606"/>
          <ac:grpSpMkLst>
            <pc:docMk/>
            <pc:sldMk cId="3007835352" sldId="276"/>
            <ac:grpSpMk id="14" creationId="{287F69AB-2350-44E3-9076-00265B93F313}"/>
          </ac:grpSpMkLst>
        </pc:grpChg>
        <pc:grpChg chg="add del">
          <ac:chgData name="Adam Preedy" userId="f1c1a4a5a2d82056" providerId="LiveId" clId="{D8B5C0C6-A38D-4D95-84E4-502772A7ABF9}" dt="2023-03-06T09:13:48.214" v="4633" actId="26606"/>
          <ac:grpSpMkLst>
            <pc:docMk/>
            <pc:sldMk cId="3007835352" sldId="276"/>
            <ac:grpSpMk id="18" creationId="{3EA7D759-6BEF-4CBD-A325-BCFA77832B3F}"/>
          </ac:grpSpMkLst>
        </pc:grpChg>
        <pc:grpChg chg="add">
          <ac:chgData name="Adam Preedy" userId="f1c1a4a5a2d82056" providerId="LiveId" clId="{D8B5C0C6-A38D-4D95-84E4-502772A7ABF9}" dt="2023-03-06T09:13:48.219" v="4634" actId="26606"/>
          <ac:grpSpMkLst>
            <pc:docMk/>
            <pc:sldMk cId="3007835352" sldId="276"/>
            <ac:grpSpMk id="23" creationId="{FA366754-A2F4-475B-8217-AB06F5F15F36}"/>
          </ac:grpSpMkLst>
        </pc:grpChg>
        <pc:grpChg chg="add">
          <ac:chgData name="Adam Preedy" userId="f1c1a4a5a2d82056" providerId="LiveId" clId="{D8B5C0C6-A38D-4D95-84E4-502772A7ABF9}" dt="2023-03-06T09:13:48.219" v="4634" actId="26606"/>
          <ac:grpSpMkLst>
            <pc:docMk/>
            <pc:sldMk cId="3007835352" sldId="276"/>
            <ac:grpSpMk id="27" creationId="{828A5161-06F1-46CF-8AD7-844680A59E13}"/>
          </ac:grpSpMkLst>
        </pc:grpChg>
        <pc:picChg chg="add mod">
          <ac:chgData name="Adam Preedy" userId="f1c1a4a5a2d82056" providerId="LiveId" clId="{D8B5C0C6-A38D-4D95-84E4-502772A7ABF9}" dt="2023-03-06T09:13:59.841" v="4640" actId="1076"/>
          <ac:picMkLst>
            <pc:docMk/>
            <pc:sldMk cId="3007835352" sldId="276"/>
            <ac:picMk id="5" creationId="{5AF0D3FF-6A97-A9E4-56DD-C61D64C85829}"/>
          </ac:picMkLst>
        </pc:picChg>
      </pc:sldChg>
      <pc:sldChg chg="addSp delSp modSp new mod setBg">
        <pc:chgData name="Adam Preedy" userId="f1c1a4a5a2d82056" providerId="LiveId" clId="{D8B5C0C6-A38D-4D95-84E4-502772A7ABF9}" dt="2023-03-06T09:13:12.870" v="4629" actId="1076"/>
        <pc:sldMkLst>
          <pc:docMk/>
          <pc:sldMk cId="1586056222" sldId="277"/>
        </pc:sldMkLst>
        <pc:spChg chg="mod">
          <ac:chgData name="Adam Preedy" userId="f1c1a4a5a2d82056" providerId="LiveId" clId="{D8B5C0C6-A38D-4D95-84E4-502772A7ABF9}" dt="2023-03-06T09:12:57.029" v="4623" actId="26606"/>
          <ac:spMkLst>
            <pc:docMk/>
            <pc:sldMk cId="1586056222" sldId="277"/>
            <ac:spMk id="2" creationId="{F91096CE-139D-58B7-4EDA-FC5B8657C655}"/>
          </ac:spMkLst>
        </pc:spChg>
        <pc:spChg chg="del">
          <ac:chgData name="Adam Preedy" userId="f1c1a4a5a2d82056" providerId="LiveId" clId="{D8B5C0C6-A38D-4D95-84E4-502772A7ABF9}" dt="2023-03-06T09:11:27.126" v="4581"/>
          <ac:spMkLst>
            <pc:docMk/>
            <pc:sldMk cId="1586056222" sldId="277"/>
            <ac:spMk id="3" creationId="{49D6FDC7-5422-D131-6F9F-AAE5F8EB1E74}"/>
          </ac:spMkLst>
        </pc:spChg>
        <pc:spChg chg="add del">
          <ac:chgData name="Adam Preedy" userId="f1c1a4a5a2d82056" providerId="LiveId" clId="{D8B5C0C6-A38D-4D95-84E4-502772A7ABF9}" dt="2023-03-06T09:13:08.019" v="4628" actId="478"/>
          <ac:spMkLst>
            <pc:docMk/>
            <pc:sldMk cId="1586056222" sldId="277"/>
            <ac:spMk id="9" creationId="{B2003035-AEBF-E4EF-2C8F-9748248361A2}"/>
          </ac:spMkLst>
        </pc:spChg>
        <pc:spChg chg="add">
          <ac:chgData name="Adam Preedy" userId="f1c1a4a5a2d82056" providerId="LiveId" clId="{D8B5C0C6-A38D-4D95-84E4-502772A7ABF9}" dt="2023-03-06T09:12:57.029" v="4623" actId="26606"/>
          <ac:spMkLst>
            <pc:docMk/>
            <pc:sldMk cId="1586056222" sldId="277"/>
            <ac:spMk id="12" creationId="{2B566528-1B12-4246-9431-5C2D7D081168}"/>
          </ac:spMkLst>
        </pc:spChg>
        <pc:grpChg chg="add">
          <ac:chgData name="Adam Preedy" userId="f1c1a4a5a2d82056" providerId="LiveId" clId="{D8B5C0C6-A38D-4D95-84E4-502772A7ABF9}" dt="2023-03-06T09:12:57.029" v="4623" actId="26606"/>
          <ac:grpSpMkLst>
            <pc:docMk/>
            <pc:sldMk cId="1586056222" sldId="277"/>
            <ac:grpSpMk id="14" creationId="{287F69AB-2350-44E3-9076-00265B93F313}"/>
          </ac:grpSpMkLst>
        </pc:grpChg>
        <pc:grpChg chg="add">
          <ac:chgData name="Adam Preedy" userId="f1c1a4a5a2d82056" providerId="LiveId" clId="{D8B5C0C6-A38D-4D95-84E4-502772A7ABF9}" dt="2023-03-06T09:12:57.029" v="4623" actId="26606"/>
          <ac:grpSpMkLst>
            <pc:docMk/>
            <pc:sldMk cId="1586056222" sldId="277"/>
            <ac:grpSpMk id="18" creationId="{3EA7D759-6BEF-4CBD-A325-BCFA77832B3F}"/>
          </ac:grpSpMkLst>
        </pc:grpChg>
        <pc:picChg chg="add del mod">
          <ac:chgData name="Adam Preedy" userId="f1c1a4a5a2d82056" providerId="LiveId" clId="{D8B5C0C6-A38D-4D95-84E4-502772A7ABF9}" dt="2023-03-06T09:13:12.870" v="4629" actId="1076"/>
          <ac:picMkLst>
            <pc:docMk/>
            <pc:sldMk cId="1586056222" sldId="277"/>
            <ac:picMk id="5" creationId="{2E3354AD-1098-216F-9B92-90F03C2F0F2D}"/>
          </ac:picMkLst>
        </pc:picChg>
      </pc:sldChg>
      <pc:sldChg chg="add del">
        <pc:chgData name="Adam Preedy" userId="f1c1a4a5a2d82056" providerId="LiveId" clId="{D8B5C0C6-A38D-4D95-84E4-502772A7ABF9}" dt="2023-03-06T09:17:10.851" v="4676" actId="2696"/>
        <pc:sldMkLst>
          <pc:docMk/>
          <pc:sldMk cId="488810056" sldId="278"/>
        </pc:sldMkLst>
      </pc:sldChg>
      <pc:sldChg chg="delSp add del setBg delDesignElem">
        <pc:chgData name="Adam Preedy" userId="f1c1a4a5a2d82056" providerId="LiveId" clId="{D8B5C0C6-A38D-4D95-84E4-502772A7ABF9}" dt="2023-03-06T09:17:53.636" v="4683" actId="2696"/>
        <pc:sldMkLst>
          <pc:docMk/>
          <pc:sldMk cId="535334121" sldId="278"/>
        </pc:sldMkLst>
        <pc:spChg chg="del">
          <ac:chgData name="Adam Preedy" userId="f1c1a4a5a2d82056" providerId="LiveId" clId="{D8B5C0C6-A38D-4D95-84E4-502772A7ABF9}" dt="2023-03-06T09:17:39.406" v="4682"/>
          <ac:spMkLst>
            <pc:docMk/>
            <pc:sldMk cId="535334121" sldId="278"/>
            <ac:spMk id="8" creationId="{2B566528-1B12-4246-9431-5C2D7D081168}"/>
          </ac:spMkLst>
        </pc:spChg>
        <pc:spChg chg="del">
          <ac:chgData name="Adam Preedy" userId="f1c1a4a5a2d82056" providerId="LiveId" clId="{D8B5C0C6-A38D-4D95-84E4-502772A7ABF9}" dt="2023-03-06T09:17:39.406" v="4682"/>
          <ac:spMkLst>
            <pc:docMk/>
            <pc:sldMk cId="535334121" sldId="278"/>
            <ac:spMk id="10" creationId="{2E80C965-DB6D-4F81-9E9E-B027384D0BD6}"/>
          </ac:spMkLst>
        </pc:spChg>
        <pc:spChg chg="del">
          <ac:chgData name="Adam Preedy" userId="f1c1a4a5a2d82056" providerId="LiveId" clId="{D8B5C0C6-A38D-4D95-84E4-502772A7ABF9}" dt="2023-03-06T09:17:39.406" v="4682"/>
          <ac:spMkLst>
            <pc:docMk/>
            <pc:sldMk cId="535334121" sldId="278"/>
            <ac:spMk id="12" creationId="{A580F890-B085-4E95-96AA-55AEBEC5CE6E}"/>
          </ac:spMkLst>
        </pc:spChg>
        <pc:spChg chg="del">
          <ac:chgData name="Adam Preedy" userId="f1c1a4a5a2d82056" providerId="LiveId" clId="{D8B5C0C6-A38D-4D95-84E4-502772A7ABF9}" dt="2023-03-06T09:17:39.406" v="4682"/>
          <ac:spMkLst>
            <pc:docMk/>
            <pc:sldMk cId="535334121" sldId="278"/>
            <ac:spMk id="14" creationId="{D3F51FEB-38FB-4F6C-9F7B-2F2AFAB65463}"/>
          </ac:spMkLst>
        </pc:spChg>
        <pc:spChg chg="del">
          <ac:chgData name="Adam Preedy" userId="f1c1a4a5a2d82056" providerId="LiveId" clId="{D8B5C0C6-A38D-4D95-84E4-502772A7ABF9}" dt="2023-03-06T09:17:39.406" v="4682"/>
          <ac:spMkLst>
            <pc:docMk/>
            <pc:sldMk cId="535334121" sldId="278"/>
            <ac:spMk id="16" creationId="{1E547BA6-BAE0-43BB-A7CA-60F69CE252F0}"/>
          </ac:spMkLst>
        </pc:spChg>
      </pc:sldChg>
      <pc:sldChg chg="del delDesignElem">
        <pc:chgData name="Adam Preedy" userId="f1c1a4a5a2d82056" providerId="LiveId" clId="{D8B5C0C6-A38D-4D95-84E4-502772A7ABF9}" dt="2023-03-06T09:17:33.219" v="4680" actId="2696"/>
        <pc:sldMkLst>
          <pc:docMk/>
          <pc:sldMk cId="1224325744" sldId="278"/>
        </pc:sldMkLst>
      </pc:sldChg>
      <pc:sldChg chg="addSp delSp add del setBg delDesignElem">
        <pc:chgData name="Adam Preedy" userId="f1c1a4a5a2d82056" providerId="LiveId" clId="{D8B5C0C6-A38D-4D95-84E4-502772A7ABF9}" dt="2023-03-06T09:16:55.171" v="4674"/>
        <pc:sldMkLst>
          <pc:docMk/>
          <pc:sldMk cId="2400270486" sldId="278"/>
        </pc:sldMkLst>
        <pc:spChg chg="add del">
          <ac:chgData name="Adam Preedy" userId="f1c1a4a5a2d82056" providerId="LiveId" clId="{D8B5C0C6-A38D-4D95-84E4-502772A7ABF9}" dt="2023-03-06T09:16:55.171" v="4674"/>
          <ac:spMkLst>
            <pc:docMk/>
            <pc:sldMk cId="2400270486" sldId="278"/>
            <ac:spMk id="12" creationId="{2B566528-1B12-4246-9431-5C2D7D081168}"/>
          </ac:spMkLst>
        </pc:spChg>
        <pc:grpChg chg="add del">
          <ac:chgData name="Adam Preedy" userId="f1c1a4a5a2d82056" providerId="LiveId" clId="{D8B5C0C6-A38D-4D95-84E4-502772A7ABF9}" dt="2023-03-06T09:16:55.171" v="4674"/>
          <ac:grpSpMkLst>
            <pc:docMk/>
            <pc:sldMk cId="2400270486" sldId="278"/>
            <ac:grpSpMk id="14" creationId="{287F69AB-2350-44E3-9076-00265B93F313}"/>
          </ac:grpSpMkLst>
        </pc:grpChg>
        <pc:grpChg chg="add del">
          <ac:chgData name="Adam Preedy" userId="f1c1a4a5a2d82056" providerId="LiveId" clId="{D8B5C0C6-A38D-4D95-84E4-502772A7ABF9}" dt="2023-03-06T09:16:55.171" v="4674"/>
          <ac:grpSpMkLst>
            <pc:docMk/>
            <pc:sldMk cId="2400270486" sldId="278"/>
            <ac:grpSpMk id="18" creationId="{3EA7D759-6BEF-4CBD-A325-BCFA77832B3F}"/>
          </ac:grpSpMkLst>
        </pc:grpChg>
      </pc:sldChg>
      <pc:sldChg chg="new del">
        <pc:chgData name="Adam Preedy" userId="f1c1a4a5a2d82056" providerId="LiveId" clId="{D8B5C0C6-A38D-4D95-84E4-502772A7ABF9}" dt="2023-03-06T09:22:48.239" v="4826" actId="2696"/>
        <pc:sldMkLst>
          <pc:docMk/>
          <pc:sldMk cId="2454059783" sldId="278"/>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D5CA2-D70D-4595-A36F-C673C7C2F4AE}"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77AE407-F14B-4FD1-ACF6-2AC9BCEEE76B}">
      <dgm:prSet/>
      <dgm:spPr/>
      <dgm:t>
        <a:bodyPr/>
        <a:lstStyle/>
        <a:p>
          <a:pPr>
            <a:defRPr cap="all"/>
          </a:pPr>
          <a:r>
            <a:rPr lang="en-GB" cap="none" dirty="0"/>
            <a:t>Determine optimal ordering policies for 3 different scenarios for a shop</a:t>
          </a:r>
          <a:endParaRPr lang="en-US" cap="none" dirty="0"/>
        </a:p>
      </dgm:t>
    </dgm:pt>
    <dgm:pt modelId="{0E8CDF62-75F7-424B-BDDA-9D5DA77D7B41}" type="parTrans" cxnId="{55FF4D6B-B809-4EE6-AB0C-9003B7C849C0}">
      <dgm:prSet/>
      <dgm:spPr/>
      <dgm:t>
        <a:bodyPr/>
        <a:lstStyle/>
        <a:p>
          <a:endParaRPr lang="en-US"/>
        </a:p>
      </dgm:t>
    </dgm:pt>
    <dgm:pt modelId="{9BC8D66E-44DF-40BA-B0BB-A566A00234B0}" type="sibTrans" cxnId="{55FF4D6B-B809-4EE6-AB0C-9003B7C849C0}">
      <dgm:prSet/>
      <dgm:spPr/>
      <dgm:t>
        <a:bodyPr/>
        <a:lstStyle/>
        <a:p>
          <a:endParaRPr lang="en-US"/>
        </a:p>
      </dgm:t>
    </dgm:pt>
    <dgm:pt modelId="{EA1C6792-416E-4DA7-B31D-EB59E835AAE3}">
      <dgm:prSet/>
      <dgm:spPr/>
      <dgm:t>
        <a:bodyPr/>
        <a:lstStyle/>
        <a:p>
          <a:pPr>
            <a:defRPr cap="all"/>
          </a:pPr>
          <a:r>
            <a:rPr lang="en-GB" cap="none" dirty="0"/>
            <a:t>Set up simulations for each part using excel</a:t>
          </a:r>
          <a:endParaRPr lang="en-US" cap="none" dirty="0"/>
        </a:p>
      </dgm:t>
    </dgm:pt>
    <dgm:pt modelId="{E9304F86-AF57-4326-AC66-1F63B954C168}" type="parTrans" cxnId="{97F9784D-F353-4853-A8B8-968E1D246FB2}">
      <dgm:prSet/>
      <dgm:spPr/>
      <dgm:t>
        <a:bodyPr/>
        <a:lstStyle/>
        <a:p>
          <a:endParaRPr lang="en-US"/>
        </a:p>
      </dgm:t>
    </dgm:pt>
    <dgm:pt modelId="{59336166-309F-4C37-80B0-D349453FEFAA}" type="sibTrans" cxnId="{97F9784D-F353-4853-A8B8-968E1D246FB2}">
      <dgm:prSet/>
      <dgm:spPr/>
      <dgm:t>
        <a:bodyPr/>
        <a:lstStyle/>
        <a:p>
          <a:endParaRPr lang="en-US"/>
        </a:p>
      </dgm:t>
    </dgm:pt>
    <dgm:pt modelId="{A09AEABB-565F-4492-B30A-D730E148F66F}">
      <dgm:prSet/>
      <dgm:spPr/>
      <dgm:t>
        <a:bodyPr/>
        <a:lstStyle/>
        <a:p>
          <a:pPr>
            <a:defRPr cap="all"/>
          </a:pPr>
          <a:r>
            <a:rPr lang="en-GB" cap="none" dirty="0"/>
            <a:t>Calculated optimal values and then tested values around these values</a:t>
          </a:r>
          <a:endParaRPr lang="en-US" cap="none" dirty="0"/>
        </a:p>
      </dgm:t>
    </dgm:pt>
    <dgm:pt modelId="{F87CE17A-8528-43BD-8B2F-3C8C194E10EB}" type="parTrans" cxnId="{BBF67AD0-F7E2-4E8C-A40E-0900E5638D60}">
      <dgm:prSet/>
      <dgm:spPr/>
      <dgm:t>
        <a:bodyPr/>
        <a:lstStyle/>
        <a:p>
          <a:endParaRPr lang="en-US"/>
        </a:p>
      </dgm:t>
    </dgm:pt>
    <dgm:pt modelId="{E50754C0-3BE7-4D48-8F0C-299FD97885A8}" type="sibTrans" cxnId="{BBF67AD0-F7E2-4E8C-A40E-0900E5638D60}">
      <dgm:prSet/>
      <dgm:spPr/>
      <dgm:t>
        <a:bodyPr/>
        <a:lstStyle/>
        <a:p>
          <a:endParaRPr lang="en-US"/>
        </a:p>
      </dgm:t>
    </dgm:pt>
    <dgm:pt modelId="{2DEF6727-4F91-4FED-96F6-69BE3FF1A2C0}">
      <dgm:prSet/>
      <dgm:spPr/>
      <dgm:t>
        <a:bodyPr/>
        <a:lstStyle/>
        <a:p>
          <a:pPr>
            <a:defRPr cap="all"/>
          </a:pPr>
          <a:r>
            <a:rPr lang="en-GB" cap="none" dirty="0"/>
            <a:t>Drew conclusions based on results</a:t>
          </a:r>
          <a:endParaRPr lang="en-US" cap="none" dirty="0"/>
        </a:p>
      </dgm:t>
    </dgm:pt>
    <dgm:pt modelId="{24EF8405-A773-44DC-9D23-F9F226230398}" type="parTrans" cxnId="{295FDCC2-79A7-4F8F-9476-801E44F3F00F}">
      <dgm:prSet/>
      <dgm:spPr/>
      <dgm:t>
        <a:bodyPr/>
        <a:lstStyle/>
        <a:p>
          <a:endParaRPr lang="en-US"/>
        </a:p>
      </dgm:t>
    </dgm:pt>
    <dgm:pt modelId="{05C3F687-31F0-4FA6-A115-A4E49A0E10CA}" type="sibTrans" cxnId="{295FDCC2-79A7-4F8F-9476-801E44F3F00F}">
      <dgm:prSet/>
      <dgm:spPr/>
      <dgm:t>
        <a:bodyPr/>
        <a:lstStyle/>
        <a:p>
          <a:endParaRPr lang="en-US"/>
        </a:p>
      </dgm:t>
    </dgm:pt>
    <dgm:pt modelId="{01049834-FB75-456D-8BF6-376FE68548E7}" type="pres">
      <dgm:prSet presAssocID="{E14D5CA2-D70D-4595-A36F-C673C7C2F4AE}" presName="root" presStyleCnt="0">
        <dgm:presLayoutVars>
          <dgm:dir/>
          <dgm:resizeHandles val="exact"/>
        </dgm:presLayoutVars>
      </dgm:prSet>
      <dgm:spPr/>
    </dgm:pt>
    <dgm:pt modelId="{FECA674D-0C57-46DF-AA65-6B87FA829B2A}" type="pres">
      <dgm:prSet presAssocID="{777AE407-F14B-4FD1-ACF6-2AC9BCEEE76B}" presName="compNode" presStyleCnt="0"/>
      <dgm:spPr/>
    </dgm:pt>
    <dgm:pt modelId="{B625936E-1980-43C9-B85D-51CFC41F45DD}" type="pres">
      <dgm:prSet presAssocID="{777AE407-F14B-4FD1-ACF6-2AC9BCEEE76B}" presName="iconBgRect" presStyleLbl="bgShp" presStyleIdx="0" presStyleCnt="4"/>
      <dgm:spPr>
        <a:prstGeom prst="round2DiagRect">
          <a:avLst>
            <a:gd name="adj1" fmla="val 29727"/>
            <a:gd name="adj2" fmla="val 0"/>
          </a:avLst>
        </a:prstGeom>
      </dgm:spPr>
    </dgm:pt>
    <dgm:pt modelId="{8733DF0A-8757-4AE5-98B9-6ED0F9C1F261}" type="pres">
      <dgm:prSet presAssocID="{777AE407-F14B-4FD1-ACF6-2AC9BCEEE76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FC668CE-431C-46C6-A193-5F87796456EF}" type="pres">
      <dgm:prSet presAssocID="{777AE407-F14B-4FD1-ACF6-2AC9BCEEE76B}" presName="spaceRect" presStyleCnt="0"/>
      <dgm:spPr/>
    </dgm:pt>
    <dgm:pt modelId="{8E1E16E0-BC34-4B2F-8762-CB1CE424E360}" type="pres">
      <dgm:prSet presAssocID="{777AE407-F14B-4FD1-ACF6-2AC9BCEEE76B}" presName="textRect" presStyleLbl="revTx" presStyleIdx="0" presStyleCnt="4">
        <dgm:presLayoutVars>
          <dgm:chMax val="1"/>
          <dgm:chPref val="1"/>
        </dgm:presLayoutVars>
      </dgm:prSet>
      <dgm:spPr/>
    </dgm:pt>
    <dgm:pt modelId="{C87AB506-1826-4A40-BB47-F39EE304A20C}" type="pres">
      <dgm:prSet presAssocID="{9BC8D66E-44DF-40BA-B0BB-A566A00234B0}" presName="sibTrans" presStyleCnt="0"/>
      <dgm:spPr/>
    </dgm:pt>
    <dgm:pt modelId="{41980E7B-4A5A-4282-BF46-A499EFCDC594}" type="pres">
      <dgm:prSet presAssocID="{EA1C6792-416E-4DA7-B31D-EB59E835AAE3}" presName="compNode" presStyleCnt="0"/>
      <dgm:spPr/>
    </dgm:pt>
    <dgm:pt modelId="{2DD82E0C-B6E7-49F8-A4AD-9DC021623F14}" type="pres">
      <dgm:prSet presAssocID="{EA1C6792-416E-4DA7-B31D-EB59E835AAE3}" presName="iconBgRect" presStyleLbl="bgShp" presStyleIdx="1" presStyleCnt="4"/>
      <dgm:spPr>
        <a:prstGeom prst="round2DiagRect">
          <a:avLst>
            <a:gd name="adj1" fmla="val 29727"/>
            <a:gd name="adj2" fmla="val 0"/>
          </a:avLst>
        </a:prstGeom>
      </dgm:spPr>
    </dgm:pt>
    <dgm:pt modelId="{E26D0D01-85AE-462F-94B0-BC8877A0F8CE}" type="pres">
      <dgm:prSet presAssocID="{EA1C6792-416E-4DA7-B31D-EB59E835AAE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E8A589B6-5756-40D9-B9DF-EF41A5FBD7DB}" type="pres">
      <dgm:prSet presAssocID="{EA1C6792-416E-4DA7-B31D-EB59E835AAE3}" presName="spaceRect" presStyleCnt="0"/>
      <dgm:spPr/>
    </dgm:pt>
    <dgm:pt modelId="{6D2FDD25-BFCB-4576-BF21-4963902E0030}" type="pres">
      <dgm:prSet presAssocID="{EA1C6792-416E-4DA7-B31D-EB59E835AAE3}" presName="textRect" presStyleLbl="revTx" presStyleIdx="1" presStyleCnt="4">
        <dgm:presLayoutVars>
          <dgm:chMax val="1"/>
          <dgm:chPref val="1"/>
        </dgm:presLayoutVars>
      </dgm:prSet>
      <dgm:spPr/>
    </dgm:pt>
    <dgm:pt modelId="{0A4A35A1-E11D-4693-8401-AA7E9F01EC90}" type="pres">
      <dgm:prSet presAssocID="{59336166-309F-4C37-80B0-D349453FEFAA}" presName="sibTrans" presStyleCnt="0"/>
      <dgm:spPr/>
    </dgm:pt>
    <dgm:pt modelId="{D8A95BDA-F464-4949-99FC-3B8ACC7FF62F}" type="pres">
      <dgm:prSet presAssocID="{A09AEABB-565F-4492-B30A-D730E148F66F}" presName="compNode" presStyleCnt="0"/>
      <dgm:spPr/>
    </dgm:pt>
    <dgm:pt modelId="{BB4F1971-EE21-49AE-AC93-2EB0790E3B59}" type="pres">
      <dgm:prSet presAssocID="{A09AEABB-565F-4492-B30A-D730E148F66F}" presName="iconBgRect" presStyleLbl="bgShp" presStyleIdx="2" presStyleCnt="4"/>
      <dgm:spPr>
        <a:prstGeom prst="round2DiagRect">
          <a:avLst>
            <a:gd name="adj1" fmla="val 29727"/>
            <a:gd name="adj2" fmla="val 0"/>
          </a:avLst>
        </a:prstGeom>
      </dgm:spPr>
    </dgm:pt>
    <dgm:pt modelId="{1EA6762A-CF09-4405-9081-2D484CF52AA2}" type="pres">
      <dgm:prSet presAssocID="{A09AEABB-565F-4492-B30A-D730E148F66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73F22C3D-EF91-4909-A530-5265A65D59F8}" type="pres">
      <dgm:prSet presAssocID="{A09AEABB-565F-4492-B30A-D730E148F66F}" presName="spaceRect" presStyleCnt="0"/>
      <dgm:spPr/>
    </dgm:pt>
    <dgm:pt modelId="{EF40C4C4-AD36-446D-B3E7-97B3B7A60D54}" type="pres">
      <dgm:prSet presAssocID="{A09AEABB-565F-4492-B30A-D730E148F66F}" presName="textRect" presStyleLbl="revTx" presStyleIdx="2" presStyleCnt="4">
        <dgm:presLayoutVars>
          <dgm:chMax val="1"/>
          <dgm:chPref val="1"/>
        </dgm:presLayoutVars>
      </dgm:prSet>
      <dgm:spPr/>
    </dgm:pt>
    <dgm:pt modelId="{D1AB429E-CAE9-492D-A90A-A7CB08E1CD58}" type="pres">
      <dgm:prSet presAssocID="{E50754C0-3BE7-4D48-8F0C-299FD97885A8}" presName="sibTrans" presStyleCnt="0"/>
      <dgm:spPr/>
    </dgm:pt>
    <dgm:pt modelId="{AB8DF1AA-9051-4FFD-8E45-CF9085A98C17}" type="pres">
      <dgm:prSet presAssocID="{2DEF6727-4F91-4FED-96F6-69BE3FF1A2C0}" presName="compNode" presStyleCnt="0"/>
      <dgm:spPr/>
    </dgm:pt>
    <dgm:pt modelId="{33A3264E-DADF-4241-BB88-FE4CA61D6398}" type="pres">
      <dgm:prSet presAssocID="{2DEF6727-4F91-4FED-96F6-69BE3FF1A2C0}" presName="iconBgRect" presStyleLbl="bgShp" presStyleIdx="3" presStyleCnt="4"/>
      <dgm:spPr>
        <a:prstGeom prst="round2DiagRect">
          <a:avLst>
            <a:gd name="adj1" fmla="val 29727"/>
            <a:gd name="adj2" fmla="val 0"/>
          </a:avLst>
        </a:prstGeom>
      </dgm:spPr>
    </dgm:pt>
    <dgm:pt modelId="{C09F012C-392E-4D66-8A04-003E9F5DCE87}" type="pres">
      <dgm:prSet presAssocID="{2DEF6727-4F91-4FED-96F6-69BE3FF1A2C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8B9CDE49-BD28-42BC-B4B9-D20D4C5B8790}" type="pres">
      <dgm:prSet presAssocID="{2DEF6727-4F91-4FED-96F6-69BE3FF1A2C0}" presName="spaceRect" presStyleCnt="0"/>
      <dgm:spPr/>
    </dgm:pt>
    <dgm:pt modelId="{CF5C95A1-F94D-4756-A450-92C046392EC6}" type="pres">
      <dgm:prSet presAssocID="{2DEF6727-4F91-4FED-96F6-69BE3FF1A2C0}" presName="textRect" presStyleLbl="revTx" presStyleIdx="3" presStyleCnt="4">
        <dgm:presLayoutVars>
          <dgm:chMax val="1"/>
          <dgm:chPref val="1"/>
        </dgm:presLayoutVars>
      </dgm:prSet>
      <dgm:spPr/>
    </dgm:pt>
  </dgm:ptLst>
  <dgm:cxnLst>
    <dgm:cxn modelId="{CA39BF32-A752-4817-B3E8-68FE0CF9141D}" type="presOf" srcId="{777AE407-F14B-4FD1-ACF6-2AC9BCEEE76B}" destId="{8E1E16E0-BC34-4B2F-8762-CB1CE424E360}" srcOrd="0" destOrd="0" presId="urn:microsoft.com/office/officeart/2018/5/layout/IconLeafLabelList"/>
    <dgm:cxn modelId="{55FF4D6B-B809-4EE6-AB0C-9003B7C849C0}" srcId="{E14D5CA2-D70D-4595-A36F-C673C7C2F4AE}" destId="{777AE407-F14B-4FD1-ACF6-2AC9BCEEE76B}" srcOrd="0" destOrd="0" parTransId="{0E8CDF62-75F7-424B-BDDA-9D5DA77D7B41}" sibTransId="{9BC8D66E-44DF-40BA-B0BB-A566A00234B0}"/>
    <dgm:cxn modelId="{97F9784D-F353-4853-A8B8-968E1D246FB2}" srcId="{E14D5CA2-D70D-4595-A36F-C673C7C2F4AE}" destId="{EA1C6792-416E-4DA7-B31D-EB59E835AAE3}" srcOrd="1" destOrd="0" parTransId="{E9304F86-AF57-4326-AC66-1F63B954C168}" sibTransId="{59336166-309F-4C37-80B0-D349453FEFAA}"/>
    <dgm:cxn modelId="{295FDCC2-79A7-4F8F-9476-801E44F3F00F}" srcId="{E14D5CA2-D70D-4595-A36F-C673C7C2F4AE}" destId="{2DEF6727-4F91-4FED-96F6-69BE3FF1A2C0}" srcOrd="3" destOrd="0" parTransId="{24EF8405-A773-44DC-9D23-F9F226230398}" sibTransId="{05C3F687-31F0-4FA6-A115-A4E49A0E10CA}"/>
    <dgm:cxn modelId="{BBF67AD0-F7E2-4E8C-A40E-0900E5638D60}" srcId="{E14D5CA2-D70D-4595-A36F-C673C7C2F4AE}" destId="{A09AEABB-565F-4492-B30A-D730E148F66F}" srcOrd="2" destOrd="0" parTransId="{F87CE17A-8528-43BD-8B2F-3C8C194E10EB}" sibTransId="{E50754C0-3BE7-4D48-8F0C-299FD97885A8}"/>
    <dgm:cxn modelId="{9DC255D3-26D4-4996-A4B4-07E2189BC909}" type="presOf" srcId="{EA1C6792-416E-4DA7-B31D-EB59E835AAE3}" destId="{6D2FDD25-BFCB-4576-BF21-4963902E0030}" srcOrd="0" destOrd="0" presId="urn:microsoft.com/office/officeart/2018/5/layout/IconLeafLabelList"/>
    <dgm:cxn modelId="{8AC476D9-F9D2-4103-B3F1-1F64AC016597}" type="presOf" srcId="{A09AEABB-565F-4492-B30A-D730E148F66F}" destId="{EF40C4C4-AD36-446D-B3E7-97B3B7A60D54}" srcOrd="0" destOrd="0" presId="urn:microsoft.com/office/officeart/2018/5/layout/IconLeafLabelList"/>
    <dgm:cxn modelId="{C1663DDE-D3D8-4AD7-B2AC-888335331C5F}" type="presOf" srcId="{2DEF6727-4F91-4FED-96F6-69BE3FF1A2C0}" destId="{CF5C95A1-F94D-4756-A450-92C046392EC6}" srcOrd="0" destOrd="0" presId="urn:microsoft.com/office/officeart/2018/5/layout/IconLeafLabelList"/>
    <dgm:cxn modelId="{AEF174EA-3CC4-45B0-ABB4-BBE7A682BFEA}" type="presOf" srcId="{E14D5CA2-D70D-4595-A36F-C673C7C2F4AE}" destId="{01049834-FB75-456D-8BF6-376FE68548E7}" srcOrd="0" destOrd="0" presId="urn:microsoft.com/office/officeart/2018/5/layout/IconLeafLabelList"/>
    <dgm:cxn modelId="{2DD5CA08-EE68-4879-9B74-E0581A06957A}" type="presParOf" srcId="{01049834-FB75-456D-8BF6-376FE68548E7}" destId="{FECA674D-0C57-46DF-AA65-6B87FA829B2A}" srcOrd="0" destOrd="0" presId="urn:microsoft.com/office/officeart/2018/5/layout/IconLeafLabelList"/>
    <dgm:cxn modelId="{9C2DBBA7-98E0-4B7D-989B-71373C63E19E}" type="presParOf" srcId="{FECA674D-0C57-46DF-AA65-6B87FA829B2A}" destId="{B625936E-1980-43C9-B85D-51CFC41F45DD}" srcOrd="0" destOrd="0" presId="urn:microsoft.com/office/officeart/2018/5/layout/IconLeafLabelList"/>
    <dgm:cxn modelId="{B50EAC83-FA18-43B1-BF99-2EE24580D26A}" type="presParOf" srcId="{FECA674D-0C57-46DF-AA65-6B87FA829B2A}" destId="{8733DF0A-8757-4AE5-98B9-6ED0F9C1F261}" srcOrd="1" destOrd="0" presId="urn:microsoft.com/office/officeart/2018/5/layout/IconLeafLabelList"/>
    <dgm:cxn modelId="{7554C295-2864-441D-9DEE-132CD850A82A}" type="presParOf" srcId="{FECA674D-0C57-46DF-AA65-6B87FA829B2A}" destId="{EFC668CE-431C-46C6-A193-5F87796456EF}" srcOrd="2" destOrd="0" presId="urn:microsoft.com/office/officeart/2018/5/layout/IconLeafLabelList"/>
    <dgm:cxn modelId="{7337251B-4DA6-4A9F-B9AC-6CA3CBE35093}" type="presParOf" srcId="{FECA674D-0C57-46DF-AA65-6B87FA829B2A}" destId="{8E1E16E0-BC34-4B2F-8762-CB1CE424E360}" srcOrd="3" destOrd="0" presId="urn:microsoft.com/office/officeart/2018/5/layout/IconLeafLabelList"/>
    <dgm:cxn modelId="{067067C3-0C40-4942-AD68-2E633D5623C2}" type="presParOf" srcId="{01049834-FB75-456D-8BF6-376FE68548E7}" destId="{C87AB506-1826-4A40-BB47-F39EE304A20C}" srcOrd="1" destOrd="0" presId="urn:microsoft.com/office/officeart/2018/5/layout/IconLeafLabelList"/>
    <dgm:cxn modelId="{33E76D25-1221-440D-AF09-9A7EB9318F2B}" type="presParOf" srcId="{01049834-FB75-456D-8BF6-376FE68548E7}" destId="{41980E7B-4A5A-4282-BF46-A499EFCDC594}" srcOrd="2" destOrd="0" presId="urn:microsoft.com/office/officeart/2018/5/layout/IconLeafLabelList"/>
    <dgm:cxn modelId="{C9053142-DAE7-44D5-AF07-84E59E413E5B}" type="presParOf" srcId="{41980E7B-4A5A-4282-BF46-A499EFCDC594}" destId="{2DD82E0C-B6E7-49F8-A4AD-9DC021623F14}" srcOrd="0" destOrd="0" presId="urn:microsoft.com/office/officeart/2018/5/layout/IconLeafLabelList"/>
    <dgm:cxn modelId="{4C01C420-92AC-4C53-8F92-BC94FF1E4F9E}" type="presParOf" srcId="{41980E7B-4A5A-4282-BF46-A499EFCDC594}" destId="{E26D0D01-85AE-462F-94B0-BC8877A0F8CE}" srcOrd="1" destOrd="0" presId="urn:microsoft.com/office/officeart/2018/5/layout/IconLeafLabelList"/>
    <dgm:cxn modelId="{5254D3F6-A4D4-45CA-997E-DBB495B6BACC}" type="presParOf" srcId="{41980E7B-4A5A-4282-BF46-A499EFCDC594}" destId="{E8A589B6-5756-40D9-B9DF-EF41A5FBD7DB}" srcOrd="2" destOrd="0" presId="urn:microsoft.com/office/officeart/2018/5/layout/IconLeafLabelList"/>
    <dgm:cxn modelId="{97BCF9B3-895F-42A7-A7EC-D4BF0C3543E5}" type="presParOf" srcId="{41980E7B-4A5A-4282-BF46-A499EFCDC594}" destId="{6D2FDD25-BFCB-4576-BF21-4963902E0030}" srcOrd="3" destOrd="0" presId="urn:microsoft.com/office/officeart/2018/5/layout/IconLeafLabelList"/>
    <dgm:cxn modelId="{09E4A2DE-25B9-4455-BE05-C690F172AC77}" type="presParOf" srcId="{01049834-FB75-456D-8BF6-376FE68548E7}" destId="{0A4A35A1-E11D-4693-8401-AA7E9F01EC90}" srcOrd="3" destOrd="0" presId="urn:microsoft.com/office/officeart/2018/5/layout/IconLeafLabelList"/>
    <dgm:cxn modelId="{192FCBD1-4B78-4BA1-9740-0215E8E10BE8}" type="presParOf" srcId="{01049834-FB75-456D-8BF6-376FE68548E7}" destId="{D8A95BDA-F464-4949-99FC-3B8ACC7FF62F}" srcOrd="4" destOrd="0" presId="urn:microsoft.com/office/officeart/2018/5/layout/IconLeafLabelList"/>
    <dgm:cxn modelId="{E53A868A-EF7B-4898-9962-3417D5A11762}" type="presParOf" srcId="{D8A95BDA-F464-4949-99FC-3B8ACC7FF62F}" destId="{BB4F1971-EE21-49AE-AC93-2EB0790E3B59}" srcOrd="0" destOrd="0" presId="urn:microsoft.com/office/officeart/2018/5/layout/IconLeafLabelList"/>
    <dgm:cxn modelId="{4FE69EA8-073A-48BF-BF11-8F3A5546894B}" type="presParOf" srcId="{D8A95BDA-F464-4949-99FC-3B8ACC7FF62F}" destId="{1EA6762A-CF09-4405-9081-2D484CF52AA2}" srcOrd="1" destOrd="0" presId="urn:microsoft.com/office/officeart/2018/5/layout/IconLeafLabelList"/>
    <dgm:cxn modelId="{F968DFF5-711A-4435-BA30-9CE9F1E232FD}" type="presParOf" srcId="{D8A95BDA-F464-4949-99FC-3B8ACC7FF62F}" destId="{73F22C3D-EF91-4909-A530-5265A65D59F8}" srcOrd="2" destOrd="0" presId="urn:microsoft.com/office/officeart/2018/5/layout/IconLeafLabelList"/>
    <dgm:cxn modelId="{DE0E23F8-45EB-44AF-AF72-9380D63E0B11}" type="presParOf" srcId="{D8A95BDA-F464-4949-99FC-3B8ACC7FF62F}" destId="{EF40C4C4-AD36-446D-B3E7-97B3B7A60D54}" srcOrd="3" destOrd="0" presId="urn:microsoft.com/office/officeart/2018/5/layout/IconLeafLabelList"/>
    <dgm:cxn modelId="{3A4756CE-3403-4043-8462-464305E41AD8}" type="presParOf" srcId="{01049834-FB75-456D-8BF6-376FE68548E7}" destId="{D1AB429E-CAE9-492D-A90A-A7CB08E1CD58}" srcOrd="5" destOrd="0" presId="urn:microsoft.com/office/officeart/2018/5/layout/IconLeafLabelList"/>
    <dgm:cxn modelId="{03B63B28-2772-4ED5-AC00-B4D80DF19F98}" type="presParOf" srcId="{01049834-FB75-456D-8BF6-376FE68548E7}" destId="{AB8DF1AA-9051-4FFD-8E45-CF9085A98C17}" srcOrd="6" destOrd="0" presId="urn:microsoft.com/office/officeart/2018/5/layout/IconLeafLabelList"/>
    <dgm:cxn modelId="{381B4A69-5B81-47DC-A4CB-53A757E82A0C}" type="presParOf" srcId="{AB8DF1AA-9051-4FFD-8E45-CF9085A98C17}" destId="{33A3264E-DADF-4241-BB88-FE4CA61D6398}" srcOrd="0" destOrd="0" presId="urn:microsoft.com/office/officeart/2018/5/layout/IconLeafLabelList"/>
    <dgm:cxn modelId="{24E1BBE9-0D30-4D71-B20B-BDE926289DFC}" type="presParOf" srcId="{AB8DF1AA-9051-4FFD-8E45-CF9085A98C17}" destId="{C09F012C-392E-4D66-8A04-003E9F5DCE87}" srcOrd="1" destOrd="0" presId="urn:microsoft.com/office/officeart/2018/5/layout/IconLeafLabelList"/>
    <dgm:cxn modelId="{5CF262AB-A807-43D6-9ACD-ED1C86827885}" type="presParOf" srcId="{AB8DF1AA-9051-4FFD-8E45-CF9085A98C17}" destId="{8B9CDE49-BD28-42BC-B4B9-D20D4C5B8790}" srcOrd="2" destOrd="0" presId="urn:microsoft.com/office/officeart/2018/5/layout/IconLeafLabelList"/>
    <dgm:cxn modelId="{C0E8CA86-19BA-4934-B1A7-EF71F908E9E1}" type="presParOf" srcId="{AB8DF1AA-9051-4FFD-8E45-CF9085A98C17}" destId="{CF5C95A1-F94D-4756-A450-92C046392EC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5936E-1980-43C9-B85D-51CFC41F45DD}">
      <dsp:nvSpPr>
        <dsp:cNvPr id="0" name=""/>
        <dsp:cNvSpPr/>
      </dsp:nvSpPr>
      <dsp:spPr>
        <a:xfrm>
          <a:off x="973190" y="986724"/>
          <a:ext cx="1264141" cy="126414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33DF0A-8757-4AE5-98B9-6ED0F9C1F261}">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1E16E0-BC34-4B2F-8762-CB1CE424E360}">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GB" sz="1400" kern="1200" cap="none" dirty="0"/>
            <a:t>Determine optimal ordering policies for 3 different scenarios for a shop</a:t>
          </a:r>
          <a:endParaRPr lang="en-US" sz="1400" kern="1200" cap="none" dirty="0"/>
        </a:p>
      </dsp:txBody>
      <dsp:txXfrm>
        <a:off x="569079" y="2644614"/>
        <a:ext cx="2072362" cy="720000"/>
      </dsp:txXfrm>
    </dsp:sp>
    <dsp:sp modelId="{2DD82E0C-B6E7-49F8-A4AD-9DC021623F14}">
      <dsp:nvSpPr>
        <dsp:cNvPr id="0" name=""/>
        <dsp:cNvSpPr/>
      </dsp:nvSpPr>
      <dsp:spPr>
        <a:xfrm>
          <a:off x="3408216" y="986724"/>
          <a:ext cx="1264141" cy="126414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D0D01-85AE-462F-94B0-BC8877A0F8CE}">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2FDD25-BFCB-4576-BF21-4963902E0030}">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GB" sz="1400" kern="1200" cap="none" dirty="0"/>
            <a:t>Set up simulations for each part using excel</a:t>
          </a:r>
          <a:endParaRPr lang="en-US" sz="1400" kern="1200" cap="none" dirty="0"/>
        </a:p>
      </dsp:txBody>
      <dsp:txXfrm>
        <a:off x="3004105" y="2644614"/>
        <a:ext cx="2072362" cy="720000"/>
      </dsp:txXfrm>
    </dsp:sp>
    <dsp:sp modelId="{BB4F1971-EE21-49AE-AC93-2EB0790E3B59}">
      <dsp:nvSpPr>
        <dsp:cNvPr id="0" name=""/>
        <dsp:cNvSpPr/>
      </dsp:nvSpPr>
      <dsp:spPr>
        <a:xfrm>
          <a:off x="5843242" y="986724"/>
          <a:ext cx="1264141" cy="126414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A6762A-CF09-4405-9081-2D484CF52AA2}">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40C4C4-AD36-446D-B3E7-97B3B7A60D54}">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GB" sz="1400" kern="1200" cap="none" dirty="0"/>
            <a:t>Calculated optimal values and then tested values around these values</a:t>
          </a:r>
          <a:endParaRPr lang="en-US" sz="1400" kern="1200" cap="none" dirty="0"/>
        </a:p>
      </dsp:txBody>
      <dsp:txXfrm>
        <a:off x="5439131" y="2644614"/>
        <a:ext cx="2072362" cy="720000"/>
      </dsp:txXfrm>
    </dsp:sp>
    <dsp:sp modelId="{33A3264E-DADF-4241-BB88-FE4CA61D6398}">
      <dsp:nvSpPr>
        <dsp:cNvPr id="0" name=""/>
        <dsp:cNvSpPr/>
      </dsp:nvSpPr>
      <dsp:spPr>
        <a:xfrm>
          <a:off x="8278268" y="986724"/>
          <a:ext cx="1264141" cy="126414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9F012C-392E-4D66-8A04-003E9F5DCE87}">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5C95A1-F94D-4756-A450-92C046392EC6}">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GB" sz="1400" kern="1200" cap="none" dirty="0"/>
            <a:t>Drew conclusions based on results</a:t>
          </a:r>
          <a:endParaRPr lang="en-US" sz="1400" kern="1200" cap="none" dirty="0"/>
        </a:p>
      </dsp:txBody>
      <dsp:txXfrm>
        <a:off x="7874157" y="2644614"/>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AB1593-6CB4-4CB5-8C23-2A4639CE37C1}" type="datetimeFigureOut">
              <a:rPr lang="en-GB" smtClean="0"/>
              <a:t>06/03/2023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7FE69-3012-4114-AD62-9B2992F6B1BB}" type="slidenum">
              <a:rPr lang="en-GB" smtClean="0"/>
              <a:t>‹#›</a:t>
            </a:fld>
            <a:endParaRPr lang="en-GB"/>
          </a:p>
        </p:txBody>
      </p:sp>
    </p:spTree>
    <p:extLst>
      <p:ext uri="{BB962C8B-B14F-4D97-AF65-F5344CB8AC3E}">
        <p14:creationId xmlns:p14="http://schemas.microsoft.com/office/powerpoint/2010/main" val="265188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Introduce everyone and what they will talk about</a:t>
            </a:r>
          </a:p>
        </p:txBody>
      </p:sp>
      <p:sp>
        <p:nvSpPr>
          <p:cNvPr id="4" name="Slide Number Placeholder 3"/>
          <p:cNvSpPr>
            <a:spLocks noGrp="1"/>
          </p:cNvSpPr>
          <p:nvPr>
            <p:ph type="sldNum" sz="quarter" idx="5"/>
          </p:nvPr>
        </p:nvSpPr>
        <p:spPr/>
        <p:txBody>
          <a:bodyPr/>
          <a:lstStyle/>
          <a:p>
            <a:fld id="{46E7FE69-3012-4114-AD62-9B2992F6B1BB}" type="slidenum">
              <a:rPr lang="en-GB" smtClean="0"/>
              <a:t>1</a:t>
            </a:fld>
            <a:endParaRPr lang="en-GB"/>
          </a:p>
        </p:txBody>
      </p:sp>
    </p:spTree>
    <p:extLst>
      <p:ext uri="{BB962C8B-B14F-4D97-AF65-F5344CB8AC3E}">
        <p14:creationId xmlns:p14="http://schemas.microsoft.com/office/powerpoint/2010/main" val="3426588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of expected lead time to account for the changing lead times</a:t>
            </a:r>
          </a:p>
        </p:txBody>
      </p:sp>
      <p:sp>
        <p:nvSpPr>
          <p:cNvPr id="4" name="Slide Number Placeholder 3"/>
          <p:cNvSpPr>
            <a:spLocks noGrp="1"/>
          </p:cNvSpPr>
          <p:nvPr>
            <p:ph type="sldNum" sz="quarter" idx="5"/>
          </p:nvPr>
        </p:nvSpPr>
        <p:spPr/>
        <p:txBody>
          <a:bodyPr/>
          <a:lstStyle/>
          <a:p>
            <a:fld id="{46E7FE69-3012-4114-AD62-9B2992F6B1BB}" type="slidenum">
              <a:rPr lang="en-GB" smtClean="0"/>
              <a:t>10</a:t>
            </a:fld>
            <a:endParaRPr lang="en-GB"/>
          </a:p>
        </p:txBody>
      </p:sp>
    </p:spTree>
    <p:extLst>
      <p:ext uri="{BB962C8B-B14F-4D97-AF65-F5344CB8AC3E}">
        <p14:creationId xmlns:p14="http://schemas.microsoft.com/office/powerpoint/2010/main" val="3934969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D938-F61F-657A-6C2F-3218209C8A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0604FF0-B95B-7C4A-72E1-52631A92EE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CCA4644-838E-C319-CBC0-336D42DF345A}"/>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441F8A58-B62A-4699-60E1-E21B4A63AF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90A8C6-4089-D191-A782-FF977F6C7CED}"/>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1658244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2F6A7-0BBE-8EBD-5B1A-EBD64A6BA2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B2CFFA-4A46-F80B-A111-D0D68EB1A5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18A236-3033-DC42-2AF4-A285DE42902C}"/>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653E48C0-4A87-00D5-425D-1461FD00C6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0528EC-D8B6-9997-47AE-89B45B8B246E}"/>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2159622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712A-B699-00D9-20C7-97535EED7E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6736D22-EA1C-94D5-1E8A-69A21ABD88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5EF3FB-F29B-F154-80BB-65128DFE090D}"/>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85EA2645-3394-CA6E-A3F7-0D248EB6CB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FDE0D0-EE7B-3199-5C30-6B125E3A6AC2}"/>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291426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AC699-E61A-5C42-4EE9-DD9DE707537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7F26614-368A-7439-D2FB-44882E36CF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3BF946F-84F8-E981-3A97-787FBF2D3C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03E7156-284E-8681-4D94-A2489B6618AC}"/>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6" name="Footer Placeholder 5">
            <a:extLst>
              <a:ext uri="{FF2B5EF4-FFF2-40B4-BE49-F238E27FC236}">
                <a16:creationId xmlns:a16="http://schemas.microsoft.com/office/drawing/2014/main" id="{058F7986-BC42-6954-29A8-35D48F57FB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E2F5B3-0180-BFA3-F565-7871F15990C3}"/>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2978238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6440-556F-EDD9-A3E0-F1483DE7138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92E9661-1697-297A-B18F-599AA4DDCC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D0B87-FB3E-036B-840C-9D5F8C463F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56382C0-6F63-C350-51B8-0D8B0D2B1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23A99F-87DA-AA61-97C3-76475E4D19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B3BEC5E-C788-5F89-3627-15D322345F9B}"/>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8" name="Footer Placeholder 7">
            <a:extLst>
              <a:ext uri="{FF2B5EF4-FFF2-40B4-BE49-F238E27FC236}">
                <a16:creationId xmlns:a16="http://schemas.microsoft.com/office/drawing/2014/main" id="{030DFA12-5DBD-7AC2-59DA-7EB96EF2D03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64FD3F-C046-83EE-EAFB-A4C32275C7BA}"/>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412214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DBE58-E382-F04B-DE88-C3D577FB545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E5AD1F8-56D9-F0ED-8C9A-8B2C62B2801F}"/>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4" name="Footer Placeholder 3">
            <a:extLst>
              <a:ext uri="{FF2B5EF4-FFF2-40B4-BE49-F238E27FC236}">
                <a16:creationId xmlns:a16="http://schemas.microsoft.com/office/drawing/2014/main" id="{3B218272-0273-EFA5-47C8-0746FEB0E2E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8379BB-88DF-F035-540D-B6E1C916657E}"/>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355914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BECCD4-EB2A-5696-7F82-2C55F3DC9F5A}"/>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3" name="Footer Placeholder 2">
            <a:extLst>
              <a:ext uri="{FF2B5EF4-FFF2-40B4-BE49-F238E27FC236}">
                <a16:creationId xmlns:a16="http://schemas.microsoft.com/office/drawing/2014/main" id="{50FDCD29-A703-21B5-53A7-E206360C91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1CC489B-B1D7-BEB8-DC21-2DC34859B576}"/>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1613295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169E-9B52-4DBF-68E4-EC0595D0E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D258FD3-76D4-C25D-637A-C7A5C1BC2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B0319AF-60A2-B895-C0AC-EB47C4902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4E71A-6820-04EC-DE8C-B8694987A8F2}"/>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6" name="Footer Placeholder 5">
            <a:extLst>
              <a:ext uri="{FF2B5EF4-FFF2-40B4-BE49-F238E27FC236}">
                <a16:creationId xmlns:a16="http://schemas.microsoft.com/office/drawing/2014/main" id="{4330D294-936C-85B6-5135-84FD9C1607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1E7FF9-CC8F-1A21-8D2C-7EE31E5A1C1A}"/>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44118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9E80-5D87-1972-0284-21D4297CA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5A5575E-FEFA-04F5-C4DB-B7F96573D0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16BF3D7-6280-9F80-6B5F-B5FD58679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1D1CF8-6A9C-4BA0-23E6-918C0234B3E7}"/>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6" name="Footer Placeholder 5">
            <a:extLst>
              <a:ext uri="{FF2B5EF4-FFF2-40B4-BE49-F238E27FC236}">
                <a16:creationId xmlns:a16="http://schemas.microsoft.com/office/drawing/2014/main" id="{C36A3733-B7E6-CA7B-0704-40362A4F03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75E4E1B-0D98-C77D-11A2-C2AEDD7460D0}"/>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3782792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C951-84D4-503A-B95A-C486D41153A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F3723A3-7921-BA3E-56E3-73C0CDAAB5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2D9DC5-3419-532A-8596-CE9DAB59F42B}"/>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B559F90A-0B83-E961-F230-9E2412FF31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90C814-D3BC-406D-1DE6-A854F58F1EBC}"/>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243227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924F5E-6419-1F7F-D058-C5D2EE43BE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05DB82-5B84-B8C2-8318-DFFE392C34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FEFFC9-DAFA-D234-0D27-6B71ED65620F}"/>
              </a:ext>
            </a:extLst>
          </p:cNvPr>
          <p:cNvSpPr>
            <a:spLocks noGrp="1"/>
          </p:cNvSpPr>
          <p:nvPr>
            <p:ph type="dt" sz="half" idx="10"/>
          </p:nvPr>
        </p:nvSpPr>
        <p:spPr/>
        <p:txBody>
          <a:body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51B49CF5-72E3-4A3D-142D-3AF1FF5438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F3E00C-E5BD-3F39-5198-562EF506FBFC}"/>
              </a:ext>
            </a:extLst>
          </p:cNvPr>
          <p:cNvSpPr>
            <a:spLocks noGrp="1"/>
          </p:cNvSpPr>
          <p:nvPr>
            <p:ph type="sldNum" sz="quarter" idx="12"/>
          </p:nvPr>
        </p:nvSpPr>
        <p:spPr/>
        <p:txBody>
          <a:bodyPr/>
          <a:lstStyle/>
          <a:p>
            <a:fld id="{AB449091-295E-46E3-8DA7-956BC16BA277}" type="slidenum">
              <a:rPr lang="en-GB" smtClean="0"/>
              <a:t>‹#›</a:t>
            </a:fld>
            <a:endParaRPr lang="en-GB"/>
          </a:p>
        </p:txBody>
      </p:sp>
    </p:spTree>
    <p:extLst>
      <p:ext uri="{BB962C8B-B14F-4D97-AF65-F5344CB8AC3E}">
        <p14:creationId xmlns:p14="http://schemas.microsoft.com/office/powerpoint/2010/main" val="2249484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8E17B1-BF2F-EB98-8EE0-A65C9FCF07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595D84-A7AF-CCC0-B884-31F033A512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C32FA6-7913-16A4-1349-796E9F6763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E7473-EFA7-4646-B980-4EFCE2383372}" type="datetimeFigureOut">
              <a:rPr lang="en-GB" smtClean="0"/>
              <a:t>06/03/2023</a:t>
            </a:fld>
            <a:endParaRPr lang="en-GB"/>
          </a:p>
        </p:txBody>
      </p:sp>
      <p:sp>
        <p:nvSpPr>
          <p:cNvPr id="5" name="Footer Placeholder 4">
            <a:extLst>
              <a:ext uri="{FF2B5EF4-FFF2-40B4-BE49-F238E27FC236}">
                <a16:creationId xmlns:a16="http://schemas.microsoft.com/office/drawing/2014/main" id="{ED71C609-4FFF-494F-8B0C-C1A02AF1B8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F3819C1-F82E-0836-EAAC-27EBC0BD0E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449091-295E-46E3-8DA7-956BC16BA277}" type="slidenum">
              <a:rPr lang="en-GB" smtClean="0"/>
              <a:t>‹#›</a:t>
            </a:fld>
            <a:endParaRPr lang="en-GB"/>
          </a:p>
        </p:txBody>
      </p:sp>
    </p:spTree>
    <p:extLst>
      <p:ext uri="{BB962C8B-B14F-4D97-AF65-F5344CB8AC3E}">
        <p14:creationId xmlns:p14="http://schemas.microsoft.com/office/powerpoint/2010/main" val="2566432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D93AC43D-B8F4-E8D6-2AB9-F2DF666A0521}"/>
              </a:ext>
            </a:extLst>
          </p:cNvPr>
          <p:cNvSpPr>
            <a:spLocks noGrp="1"/>
          </p:cNvSpPr>
          <p:nvPr>
            <p:ph type="subTitle" idx="1"/>
          </p:nvPr>
        </p:nvSpPr>
        <p:spPr>
          <a:xfrm>
            <a:off x="4439633" y="4518923"/>
            <a:ext cx="3312734" cy="1141851"/>
          </a:xfrm>
          <a:noFill/>
        </p:spPr>
        <p:txBody>
          <a:bodyPr>
            <a:normAutofit/>
          </a:bodyPr>
          <a:lstStyle/>
          <a:p>
            <a:r>
              <a:rPr lang="en-GB" sz="2000">
                <a:solidFill>
                  <a:srgbClr val="080808"/>
                </a:solidFill>
              </a:rPr>
              <a:t>MSCI151 Group Methex 1</a:t>
            </a:r>
          </a:p>
          <a:p>
            <a:endParaRPr lang="en-GB" sz="2000">
              <a:solidFill>
                <a:srgbClr val="080808"/>
              </a:solidFill>
            </a:endParaRPr>
          </a:p>
        </p:txBody>
      </p:sp>
      <p:sp>
        <p:nvSpPr>
          <p:cNvPr id="2" name="Title 1">
            <a:extLst>
              <a:ext uri="{FF2B5EF4-FFF2-40B4-BE49-F238E27FC236}">
                <a16:creationId xmlns:a16="http://schemas.microsoft.com/office/drawing/2014/main" id="{1F1CDBDC-E397-BFE3-0D2B-37A5556404F0}"/>
              </a:ext>
            </a:extLst>
          </p:cNvPr>
          <p:cNvSpPr>
            <a:spLocks noGrp="1"/>
          </p:cNvSpPr>
          <p:nvPr>
            <p:ph type="ctrTitle"/>
          </p:nvPr>
        </p:nvSpPr>
        <p:spPr>
          <a:xfrm>
            <a:off x="3204642" y="2353641"/>
            <a:ext cx="5782716" cy="2150719"/>
          </a:xfrm>
          <a:noFill/>
        </p:spPr>
        <p:txBody>
          <a:bodyPr anchor="ctr">
            <a:normAutofit/>
          </a:bodyPr>
          <a:lstStyle/>
          <a:p>
            <a:r>
              <a:rPr lang="en-GB" sz="3600">
                <a:solidFill>
                  <a:srgbClr val="080808"/>
                </a:solidFill>
              </a:rPr>
              <a:t>Group 11 Presentation</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84393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4BC36-8B2E-8541-CA20-EA937C55D5E2}"/>
              </a:ext>
            </a:extLst>
          </p:cNvPr>
          <p:cNvSpPr>
            <a:spLocks noGrp="1"/>
          </p:cNvSpPr>
          <p:nvPr>
            <p:ph type="title"/>
          </p:nvPr>
        </p:nvSpPr>
        <p:spPr>
          <a:xfrm>
            <a:off x="643467" y="321734"/>
            <a:ext cx="10905066" cy="1135737"/>
          </a:xfrm>
        </p:spPr>
        <p:txBody>
          <a:bodyPr>
            <a:normAutofit/>
          </a:bodyPr>
          <a:lstStyle/>
          <a:p>
            <a:r>
              <a:rPr lang="en-GB" sz="3600"/>
              <a:t>Introduction</a:t>
            </a:r>
          </a:p>
        </p:txBody>
      </p:sp>
      <p:sp>
        <p:nvSpPr>
          <p:cNvPr id="7" name="Rectangle 1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12">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1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2">
            <a:extLst>
              <a:ext uri="{FF2B5EF4-FFF2-40B4-BE49-F238E27FC236}">
                <a16:creationId xmlns:a16="http://schemas.microsoft.com/office/drawing/2014/main" id="{A6D70075-4F47-8577-D149-658EA6F9A6B7}"/>
              </a:ext>
            </a:extLst>
          </p:cNvPr>
          <p:cNvGraphicFramePr>
            <a:graphicFrameLocks noGrp="1"/>
          </p:cNvGraphicFramePr>
          <p:nvPr>
            <p:ph idx="1"/>
            <p:extLst>
              <p:ext uri="{D42A27DB-BD31-4B8C-83A1-F6EECF244321}">
                <p14:modId xmlns:p14="http://schemas.microsoft.com/office/powerpoint/2010/main" val="40141500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32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EA4881-4C85-1E8A-C7D6-D99BE0E56C4D}"/>
              </a:ext>
            </a:extLst>
          </p:cNvPr>
          <p:cNvSpPr>
            <a:spLocks noGrp="1"/>
          </p:cNvSpPr>
          <p:nvPr>
            <p:ph type="title"/>
          </p:nvPr>
        </p:nvSpPr>
        <p:spPr>
          <a:xfrm>
            <a:off x="643467" y="321734"/>
            <a:ext cx="10905066" cy="1135737"/>
          </a:xfrm>
        </p:spPr>
        <p:txBody>
          <a:bodyPr>
            <a:normAutofit/>
          </a:bodyPr>
          <a:lstStyle/>
          <a:p>
            <a:r>
              <a:rPr lang="en-GB" sz="3600"/>
              <a:t>The Simulation Model</a:t>
            </a:r>
          </a:p>
        </p:txBody>
      </p:sp>
      <p:sp>
        <p:nvSpPr>
          <p:cNvPr id="19" name="Content Placeholder 2">
            <a:extLst>
              <a:ext uri="{FF2B5EF4-FFF2-40B4-BE49-F238E27FC236}">
                <a16:creationId xmlns:a16="http://schemas.microsoft.com/office/drawing/2014/main" id="{D558F079-27F6-F6B2-CFFC-F59D93BB16DF}"/>
              </a:ext>
            </a:extLst>
          </p:cNvPr>
          <p:cNvSpPr>
            <a:spLocks noGrp="1"/>
          </p:cNvSpPr>
          <p:nvPr>
            <p:ph idx="1"/>
          </p:nvPr>
        </p:nvSpPr>
        <p:spPr>
          <a:xfrm>
            <a:off x="643467" y="1782981"/>
            <a:ext cx="10905066" cy="4393982"/>
          </a:xfrm>
        </p:spPr>
        <p:txBody>
          <a:bodyPr>
            <a:normAutofit/>
          </a:bodyPr>
          <a:lstStyle/>
          <a:p>
            <a:r>
              <a:rPr lang="en-GB" sz="2400" dirty="0">
                <a:effectLst/>
                <a:latin typeface="Calibri" panose="020F0502020204030204" pitchFamily="34" charset="0"/>
                <a:ea typeface="Calibri" panose="020F0502020204030204" pitchFamily="34" charset="0"/>
                <a:cs typeface="Times New Roman" panose="02020603050405020304" pitchFamily="18" charset="0"/>
              </a:rPr>
              <a:t>The simulation model for both the Sprint and Vitality drinks include the day, inventory at the start of the day, any deliveries arriving for the day using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COUNTIF($M$4:M4,A5)*$Q$13</a:t>
            </a:r>
            <a:r>
              <a:rPr lang="en-GB" sz="2400" dirty="0">
                <a:effectLst/>
                <a:latin typeface="Calibri" panose="020F0502020204030204" pitchFamily="34" charset="0"/>
                <a:ea typeface="Calibri" panose="020F0502020204030204" pitchFamily="34" charset="0"/>
                <a:cs typeface="Times New Roman" panose="02020603050405020304" pitchFamily="18" charset="0"/>
              </a:rPr>
              <a:t> to check in the day received column whether any deliveries are arriving on the day, and how many units will be arriving</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Then there is the available stock, which is th</a:t>
            </a:r>
            <a:r>
              <a:rPr lang="en-GB" sz="2400" dirty="0">
                <a:latin typeface="Calibri" panose="020F0502020204030204" pitchFamily="34" charset="0"/>
                <a:ea typeface="Calibri" panose="020F0502020204030204" pitchFamily="34" charset="0"/>
                <a:cs typeface="Times New Roman" panose="02020603050405020304" pitchFamily="18" charset="0"/>
              </a:rPr>
              <a:t>e inventory at the start of the day plus the deliveries (if any are arriving on the day)</a:t>
            </a:r>
          </a:p>
          <a:p>
            <a:r>
              <a:rPr lang="en-GB" sz="2400" dirty="0">
                <a:latin typeface="Calibri" panose="020F0502020204030204" pitchFamily="34" charset="0"/>
                <a:ea typeface="Calibri" panose="020F0502020204030204" pitchFamily="34" charset="0"/>
                <a:cs typeface="Times New Roman" panose="02020603050405020304" pitchFamily="18" charset="0"/>
              </a:rPr>
              <a:t>Then we added the </a:t>
            </a:r>
            <a:r>
              <a:rPr lang="en-GB" sz="2400" dirty="0">
                <a:effectLst/>
                <a:latin typeface="Calibri" panose="020F0502020204030204" pitchFamily="34" charset="0"/>
                <a:ea typeface="Calibri" panose="020F0502020204030204" pitchFamily="34" charset="0"/>
                <a:cs typeface="Times New Roman" panose="02020603050405020304" pitchFamily="18" charset="0"/>
              </a:rPr>
              <a:t>demand and demand satisfied column using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MIN(D5,E5</a:t>
            </a:r>
            <a:r>
              <a:rPr lang="en-GB" sz="2400" dirty="0">
                <a:effectLst/>
                <a:latin typeface="Calibri" panose="020F0502020204030204" pitchFamily="34" charset="0"/>
                <a:ea typeface="Calibri" panose="020F0502020204030204" pitchFamily="34" charset="0"/>
                <a:cs typeface="Times New Roman" panose="02020603050405020304" pitchFamily="18" charset="0"/>
              </a:rPr>
              <a:t>) to see whether the demand is lower than the stock and if all order have been fulfilled for the day</a:t>
            </a:r>
            <a:endParaRPr lang="en-GB"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0498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06379B-23EA-2C85-9C7F-2CFDFEEEB6E0}"/>
              </a:ext>
            </a:extLst>
          </p:cNvPr>
          <p:cNvSpPr>
            <a:spLocks noGrp="1"/>
          </p:cNvSpPr>
          <p:nvPr>
            <p:ph type="title"/>
          </p:nvPr>
        </p:nvSpPr>
        <p:spPr>
          <a:xfrm>
            <a:off x="643467" y="321734"/>
            <a:ext cx="10905066" cy="1135737"/>
          </a:xfrm>
        </p:spPr>
        <p:txBody>
          <a:bodyPr>
            <a:normAutofit/>
          </a:bodyPr>
          <a:lstStyle/>
          <a:p>
            <a:r>
              <a:rPr lang="en-GB" sz="3600"/>
              <a:t>The Simulation Model</a:t>
            </a:r>
          </a:p>
        </p:txBody>
      </p:sp>
      <p:sp>
        <p:nvSpPr>
          <p:cNvPr id="3" name="Content Placeholder 2">
            <a:extLst>
              <a:ext uri="{FF2B5EF4-FFF2-40B4-BE49-F238E27FC236}">
                <a16:creationId xmlns:a16="http://schemas.microsoft.com/office/drawing/2014/main" id="{A04EB834-2E52-E819-E63C-104825B25560}"/>
              </a:ext>
            </a:extLst>
          </p:cNvPr>
          <p:cNvSpPr>
            <a:spLocks noGrp="1"/>
          </p:cNvSpPr>
          <p:nvPr>
            <p:ph idx="1"/>
          </p:nvPr>
        </p:nvSpPr>
        <p:spPr>
          <a:xfrm>
            <a:off x="643467" y="1782981"/>
            <a:ext cx="10905066" cy="4393982"/>
          </a:xfrm>
        </p:spPr>
        <p:txBody>
          <a:bodyPr>
            <a:normAutofit/>
          </a:bodyPr>
          <a:lstStyle/>
          <a:p>
            <a:r>
              <a:rPr lang="en-GB" sz="2400" dirty="0">
                <a:effectLst/>
                <a:latin typeface="Calibri" panose="020F0502020204030204" pitchFamily="34" charset="0"/>
                <a:ea typeface="Calibri" panose="020F0502020204030204" pitchFamily="34" charset="0"/>
                <a:cs typeface="Times New Roman" panose="02020603050405020304" pitchFamily="18" charset="0"/>
              </a:rPr>
              <a:t>The next column is end inventory with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MAX(D5-E5, 0), </a:t>
            </a:r>
            <a:r>
              <a:rPr lang="en-GB" sz="2400" dirty="0">
                <a:effectLst/>
                <a:latin typeface="Calibri" panose="020F0502020204030204" pitchFamily="34" charset="0"/>
                <a:ea typeface="Calibri" panose="020F0502020204030204" pitchFamily="34" charset="0"/>
                <a:cs typeface="Times New Roman" panose="02020603050405020304" pitchFamily="18" charset="0"/>
              </a:rPr>
              <a:t>and this calculates the inventory at the end of the day once all orders have been fulfilled</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shortage column is next using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(MAX E5-D5, 0) </a:t>
            </a:r>
            <a:r>
              <a:rPr lang="en-GB" sz="2400" dirty="0">
                <a:effectLst/>
                <a:latin typeface="Calibri" panose="020F0502020204030204" pitchFamily="34" charset="0"/>
                <a:ea typeface="Calibri" panose="020F0502020204030204" pitchFamily="34" charset="0"/>
                <a:cs typeface="Times New Roman" panose="02020603050405020304" pitchFamily="18" charset="0"/>
              </a:rPr>
              <a:t>which calculates is there were any shortages and how many by subtracting the demand from the available stock</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formula used for the stockout column is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IF(H5&gt;0, 1, 0) </a:t>
            </a:r>
            <a:r>
              <a:rPr lang="en-GB" sz="2400" dirty="0">
                <a:effectLst/>
                <a:latin typeface="Calibri" panose="020F0502020204030204" pitchFamily="34" charset="0"/>
                <a:ea typeface="Calibri" panose="020F0502020204030204" pitchFamily="34" charset="0"/>
                <a:cs typeface="Times New Roman" panose="02020603050405020304" pitchFamily="18" charset="0"/>
              </a:rPr>
              <a:t>and this calculates whether the available demand was enough to satisfy the demand</a:t>
            </a:r>
            <a:endParaRPr lang="en-GB"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08087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640B5-4E36-1E96-601B-52E2486B96CE}"/>
              </a:ext>
            </a:extLst>
          </p:cNvPr>
          <p:cNvSpPr>
            <a:spLocks noGrp="1"/>
          </p:cNvSpPr>
          <p:nvPr>
            <p:ph type="title"/>
          </p:nvPr>
        </p:nvSpPr>
        <p:spPr>
          <a:xfrm>
            <a:off x="643467" y="321734"/>
            <a:ext cx="10905066" cy="1135737"/>
          </a:xfrm>
        </p:spPr>
        <p:txBody>
          <a:bodyPr>
            <a:normAutofit/>
          </a:bodyPr>
          <a:lstStyle/>
          <a:p>
            <a:r>
              <a:rPr lang="en-GB" sz="3600"/>
              <a:t>The Simulation Model</a:t>
            </a:r>
          </a:p>
        </p:txBody>
      </p:sp>
      <p:sp>
        <p:nvSpPr>
          <p:cNvPr id="3" name="Content Placeholder 2">
            <a:extLst>
              <a:ext uri="{FF2B5EF4-FFF2-40B4-BE49-F238E27FC236}">
                <a16:creationId xmlns:a16="http://schemas.microsoft.com/office/drawing/2014/main" id="{13EE5CB0-3596-1899-8791-DD7F783480D4}"/>
              </a:ext>
            </a:extLst>
          </p:cNvPr>
          <p:cNvSpPr>
            <a:spLocks noGrp="1"/>
          </p:cNvSpPr>
          <p:nvPr>
            <p:ph idx="1"/>
          </p:nvPr>
        </p:nvSpPr>
        <p:spPr>
          <a:xfrm>
            <a:off x="643467" y="1782981"/>
            <a:ext cx="10905066" cy="4393982"/>
          </a:xfrm>
        </p:spPr>
        <p:txBody>
          <a:bodyPr>
            <a:normAutofit/>
          </a:bodyPr>
          <a:lstStyle/>
          <a:p>
            <a:r>
              <a:rPr lang="en-GB" sz="2400" dirty="0">
                <a:effectLst/>
                <a:latin typeface="Calibri" panose="020F0502020204030204" pitchFamily="34" charset="0"/>
                <a:ea typeface="Calibri" panose="020F0502020204030204" pitchFamily="34" charset="0"/>
                <a:cs typeface="Times New Roman" panose="02020603050405020304" pitchFamily="18" charset="0"/>
              </a:rPr>
              <a:t>The formula for the end inventory + order column is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J4-F5+IF(K4=1, $Q$13, 0) </a:t>
            </a:r>
            <a:r>
              <a:rPr lang="en-GB" sz="2400" dirty="0">
                <a:effectLst/>
                <a:latin typeface="Calibri" panose="020F0502020204030204" pitchFamily="34" charset="0"/>
                <a:ea typeface="Calibri" panose="020F0502020204030204" pitchFamily="34" charset="0"/>
                <a:cs typeface="Times New Roman" panose="02020603050405020304" pitchFamily="18" charset="0"/>
              </a:rPr>
              <a:t>and this calculates the inventory at the end of the day as well as adding the orders awaiting arrival</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next column is the order column, and it determines whether a new order should be placed according to the stock in the end inventory and order column, and whether it is lower than the re-order level or not. It uses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IF(J5&lt;=$Q$12, 1, 0)</a:t>
            </a:r>
            <a:endParaRPr lang="en-GB" sz="2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next column is the lead time column which determines how many days the delivery will take if one is placed, using probability and random distribution, and the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formula IF(K5=1, LOOKUP(RAND(),$R$4:$R$5,$P$4:$P$5), 0)</a:t>
            </a:r>
            <a:r>
              <a:rPr lang="en-GB" sz="2400" dirty="0">
                <a:effectLst/>
                <a:latin typeface="Calibri" panose="020F0502020204030204" pitchFamily="34" charset="0"/>
                <a:ea typeface="Calibri" panose="020F0502020204030204" pitchFamily="34" charset="0"/>
                <a:cs typeface="Times New Roman" panose="02020603050405020304" pitchFamily="18" charset="0"/>
              </a:rPr>
              <a:t>.</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GB" sz="2400" dirty="0">
                <a:effectLst/>
                <a:latin typeface="Calibri" panose="020F0502020204030204" pitchFamily="34" charset="0"/>
                <a:ea typeface="Calibri" panose="020F0502020204030204" pitchFamily="34" charset="0"/>
                <a:cs typeface="Times New Roman" panose="02020603050405020304" pitchFamily="18" charset="0"/>
              </a:rPr>
              <a:t>(</a:t>
            </a:r>
            <a:r>
              <a:rPr lang="en-GB" sz="2400" dirty="0">
                <a:latin typeface="Calibri" panose="020F0502020204030204" pitchFamily="34" charset="0"/>
                <a:ea typeface="Calibri" panose="020F0502020204030204" pitchFamily="34" charset="0"/>
                <a:cs typeface="Times New Roman" panose="02020603050405020304" pitchFamily="18" charset="0"/>
              </a:rPr>
              <a:t>A bit more on this later)</a:t>
            </a:r>
            <a:endParaRPr lang="en-GB"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19291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86ECE6-6564-6D83-A85A-A6374701611C}"/>
              </a:ext>
            </a:extLst>
          </p:cNvPr>
          <p:cNvSpPr>
            <a:spLocks noGrp="1"/>
          </p:cNvSpPr>
          <p:nvPr>
            <p:ph type="title"/>
          </p:nvPr>
        </p:nvSpPr>
        <p:spPr>
          <a:xfrm>
            <a:off x="643467" y="321734"/>
            <a:ext cx="10905066" cy="1135737"/>
          </a:xfrm>
        </p:spPr>
        <p:txBody>
          <a:bodyPr>
            <a:normAutofit/>
          </a:bodyPr>
          <a:lstStyle/>
          <a:p>
            <a:r>
              <a:rPr lang="en-GB" sz="3600"/>
              <a:t>The Simulation Model</a:t>
            </a:r>
          </a:p>
        </p:txBody>
      </p:sp>
      <p:sp>
        <p:nvSpPr>
          <p:cNvPr id="3" name="Content Placeholder 2">
            <a:extLst>
              <a:ext uri="{FF2B5EF4-FFF2-40B4-BE49-F238E27FC236}">
                <a16:creationId xmlns:a16="http://schemas.microsoft.com/office/drawing/2014/main" id="{B5B01728-AC4D-1CA7-9526-3990965A9362}"/>
              </a:ext>
            </a:extLst>
          </p:cNvPr>
          <p:cNvSpPr>
            <a:spLocks noGrp="1"/>
          </p:cNvSpPr>
          <p:nvPr>
            <p:ph idx="1"/>
          </p:nvPr>
        </p:nvSpPr>
        <p:spPr>
          <a:xfrm>
            <a:off x="643467" y="1782981"/>
            <a:ext cx="10905066" cy="4393982"/>
          </a:xfrm>
        </p:spPr>
        <p:txBody>
          <a:bodyPr>
            <a:normAutofit/>
          </a:bodyPr>
          <a:lstStyle/>
          <a:p>
            <a:r>
              <a:rPr lang="en-GB" sz="2400" dirty="0">
                <a:effectLst/>
                <a:latin typeface="Calibri" panose="020F0502020204030204" pitchFamily="34" charset="0"/>
                <a:ea typeface="Calibri" panose="020F0502020204030204" pitchFamily="34" charset="0"/>
                <a:cs typeface="Times New Roman" panose="02020603050405020304" pitchFamily="18" charset="0"/>
              </a:rPr>
              <a:t>The next column is the day received column which provides the day on which the delivery will arrive if one is placed, and uses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IF(K5=1, L5+A5+1, “N/A”) </a:t>
            </a:r>
            <a:r>
              <a:rPr lang="en-GB" sz="2400" dirty="0">
                <a:effectLst/>
                <a:latin typeface="Calibri" panose="020F0502020204030204" pitchFamily="34" charset="0"/>
                <a:ea typeface="Calibri" panose="020F0502020204030204" pitchFamily="34" charset="0"/>
                <a:cs typeface="Times New Roman" panose="02020603050405020304" pitchFamily="18" charset="0"/>
              </a:rPr>
              <a:t>to add the lead time to the current date if an order is placed</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final column is the cost column which calculates the total cost for the day using the formula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(G5*$Q$14) + IF(K5=1, $Q$15+($Q$13*$Q$16), 0) + (H5*$Q$16) </a:t>
            </a:r>
            <a:r>
              <a:rPr lang="en-GB" sz="2400" dirty="0">
                <a:effectLst/>
                <a:latin typeface="Calibri" panose="020F0502020204030204" pitchFamily="34" charset="0"/>
                <a:ea typeface="Calibri" panose="020F0502020204030204" pitchFamily="34" charset="0"/>
                <a:cs typeface="Times New Roman" panose="02020603050405020304" pitchFamily="18" charset="0"/>
              </a:rPr>
              <a:t>This adds the holding cost of per unit for however many units are in the </a:t>
            </a:r>
            <a:r>
              <a:rPr lang="en-GB" sz="2400" dirty="0">
                <a:latin typeface="Calibri" panose="020F0502020204030204" pitchFamily="34" charset="0"/>
                <a:ea typeface="Calibri" panose="020F0502020204030204" pitchFamily="34" charset="0"/>
                <a:cs typeface="Times New Roman" panose="02020603050405020304" pitchFamily="18" charset="0"/>
              </a:rPr>
              <a:t>end inventory, the stockout cost (if applicable), and if any order were placed it adds the order cost of £30 as well as the order cost per unit</a:t>
            </a:r>
            <a:endParaRPr lang="en-GB"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61324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5DDCC3-5E3E-18A0-9A38-4E6033E9741E}"/>
              </a:ext>
            </a:extLst>
          </p:cNvPr>
          <p:cNvSpPr>
            <a:spLocks noGrp="1"/>
          </p:cNvSpPr>
          <p:nvPr>
            <p:ph type="title"/>
          </p:nvPr>
        </p:nvSpPr>
        <p:spPr>
          <a:xfrm>
            <a:off x="643467" y="321734"/>
            <a:ext cx="10905066" cy="1135737"/>
          </a:xfrm>
        </p:spPr>
        <p:txBody>
          <a:bodyPr>
            <a:normAutofit/>
          </a:bodyPr>
          <a:lstStyle/>
          <a:p>
            <a:r>
              <a:rPr lang="en-GB" sz="3600"/>
              <a:t>The Simulation Model</a:t>
            </a:r>
          </a:p>
        </p:txBody>
      </p:sp>
      <p:sp>
        <p:nvSpPr>
          <p:cNvPr id="3" name="Content Placeholder 2">
            <a:extLst>
              <a:ext uri="{FF2B5EF4-FFF2-40B4-BE49-F238E27FC236}">
                <a16:creationId xmlns:a16="http://schemas.microsoft.com/office/drawing/2014/main" id="{51154822-C83A-CA45-5D79-E883E8E0B472}"/>
              </a:ext>
            </a:extLst>
          </p:cNvPr>
          <p:cNvSpPr>
            <a:spLocks noGrp="1"/>
          </p:cNvSpPr>
          <p:nvPr>
            <p:ph idx="1"/>
          </p:nvPr>
        </p:nvSpPr>
        <p:spPr>
          <a:xfrm>
            <a:off x="643467" y="1782981"/>
            <a:ext cx="10905066" cy="4393982"/>
          </a:xfrm>
        </p:spPr>
        <p:txBody>
          <a:bodyPr>
            <a:normAutofit/>
          </a:bodyPr>
          <a:lstStyle/>
          <a:p>
            <a:r>
              <a:rPr lang="en-GB" sz="2400" dirty="0"/>
              <a:t>Another important point is that all simulations had 100 replications performed</a:t>
            </a:r>
          </a:p>
          <a:p>
            <a:r>
              <a:rPr lang="en-GB" sz="2400" dirty="0"/>
              <a:t>To use these values a so called ‘average </a:t>
            </a:r>
            <a:r>
              <a:rPr lang="en-GB" sz="2400" dirty="0" err="1"/>
              <a:t>average</a:t>
            </a:r>
            <a:r>
              <a:rPr lang="en-GB" sz="2400" dirty="0"/>
              <a:t> daily cost’ was used to ensure that the results were accurate</a:t>
            </a:r>
          </a:p>
          <a:p>
            <a:endParaRPr lang="en-GB"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87552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5" name="Rectangle 14">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F91096CE-139D-58B7-4EDA-FC5B8657C655}"/>
              </a:ext>
            </a:extLst>
          </p:cNvPr>
          <p:cNvSpPr>
            <a:spLocks noGrp="1"/>
          </p:cNvSpPr>
          <p:nvPr>
            <p:ph type="title"/>
          </p:nvPr>
        </p:nvSpPr>
        <p:spPr>
          <a:xfrm>
            <a:off x="643467" y="321734"/>
            <a:ext cx="10905066" cy="1135737"/>
          </a:xfrm>
        </p:spPr>
        <p:txBody>
          <a:bodyPr>
            <a:normAutofit/>
          </a:bodyPr>
          <a:lstStyle/>
          <a:p>
            <a:r>
              <a:rPr lang="en-GB" sz="3600"/>
              <a:t>The Simulation Model</a:t>
            </a:r>
          </a:p>
        </p:txBody>
      </p:sp>
      <p:pic>
        <p:nvPicPr>
          <p:cNvPr id="5" name="Content Placeholder 4" descr="A screenshot of a computer&#10;&#10;Description automatically generated with low confidence">
            <a:extLst>
              <a:ext uri="{FF2B5EF4-FFF2-40B4-BE49-F238E27FC236}">
                <a16:creationId xmlns:a16="http://schemas.microsoft.com/office/drawing/2014/main" id="{2E3354AD-1098-216F-9B92-90F03C2F0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9" y="1239111"/>
            <a:ext cx="10905064" cy="4607390"/>
          </a:xfrm>
          <a:prstGeom prst="rect">
            <a:avLst/>
          </a:prstGeom>
        </p:spPr>
      </p:pic>
      <p:grpSp>
        <p:nvGrpSpPr>
          <p:cNvPr id="18" name="Group 17">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19" name="Isosceles Triangle 18">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6056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B920B5-E564-E1BB-6645-E7108D21B5BD}"/>
              </a:ext>
            </a:extLst>
          </p:cNvPr>
          <p:cNvSpPr>
            <a:spLocks noGrp="1"/>
          </p:cNvSpPr>
          <p:nvPr>
            <p:ph type="title"/>
          </p:nvPr>
        </p:nvSpPr>
        <p:spPr>
          <a:xfrm>
            <a:off x="643467" y="321734"/>
            <a:ext cx="10905066" cy="1135737"/>
          </a:xfrm>
        </p:spPr>
        <p:txBody>
          <a:bodyPr>
            <a:normAutofit/>
          </a:bodyPr>
          <a:lstStyle/>
          <a:p>
            <a:r>
              <a:rPr lang="en-GB" sz="3600"/>
              <a:t>Calculating Lead Time</a:t>
            </a:r>
          </a:p>
        </p:txBody>
      </p:sp>
      <p:sp>
        <p:nvSpPr>
          <p:cNvPr id="3" name="Content Placeholder 2">
            <a:extLst>
              <a:ext uri="{FF2B5EF4-FFF2-40B4-BE49-F238E27FC236}">
                <a16:creationId xmlns:a16="http://schemas.microsoft.com/office/drawing/2014/main" id="{CF7D577E-3541-3619-774C-6AD5546D5207}"/>
              </a:ext>
            </a:extLst>
          </p:cNvPr>
          <p:cNvSpPr>
            <a:spLocks noGrp="1"/>
          </p:cNvSpPr>
          <p:nvPr>
            <p:ph idx="1"/>
          </p:nvPr>
        </p:nvSpPr>
        <p:spPr>
          <a:xfrm>
            <a:off x="643467" y="1782981"/>
            <a:ext cx="10905066" cy="4393982"/>
          </a:xfrm>
        </p:spPr>
        <p:txBody>
          <a:bodyPr>
            <a:normAutofit/>
          </a:bodyPr>
          <a:lstStyle/>
          <a:p>
            <a:r>
              <a:rPr lang="en-GB" sz="2400" dirty="0">
                <a:effectLst/>
                <a:latin typeface="Calibri" panose="020F0502020204030204" pitchFamily="34" charset="0"/>
                <a:ea typeface="Calibri" panose="020F0502020204030204" pitchFamily="34" charset="0"/>
                <a:cs typeface="Times New Roman" panose="02020603050405020304" pitchFamily="18" charset="0"/>
              </a:rPr>
              <a:t>Looking at Sprint, however the same method applied to the rest of the simulations</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The lead time for the Sprint drink was calculated using the given probabilities of 90% for a lead time of 4 days and a 10% chance of a lead time of 5 days </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We created a table using these probabilities and used the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RAND() </a:t>
            </a:r>
            <a:r>
              <a:rPr lang="en-GB" sz="2400" dirty="0">
                <a:effectLst/>
                <a:latin typeface="Calibri" panose="020F0502020204030204" pitchFamily="34" charset="0"/>
                <a:ea typeface="Calibri" panose="020F0502020204030204" pitchFamily="34" charset="0"/>
                <a:cs typeface="Times New Roman" panose="02020603050405020304" pitchFamily="18" charset="0"/>
              </a:rPr>
              <a:t>function in the lead time column to generate a random number between 0 and 1</a:t>
            </a:r>
          </a:p>
          <a:p>
            <a:r>
              <a:rPr lang="en-GB" sz="2400" dirty="0">
                <a:effectLst/>
                <a:latin typeface="Calibri" panose="020F0502020204030204" pitchFamily="34" charset="0"/>
                <a:ea typeface="Calibri" panose="020F0502020204030204" pitchFamily="34" charset="0"/>
                <a:cs typeface="Times New Roman" panose="02020603050405020304" pitchFamily="18" charset="0"/>
              </a:rPr>
              <a:t>We then used the </a:t>
            </a:r>
            <a:r>
              <a:rPr lang="en-GB"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LOOKUP</a:t>
            </a:r>
            <a:r>
              <a:rPr lang="en-GB" sz="2400" dirty="0">
                <a:effectLst/>
                <a:latin typeface="Calibri" panose="020F0502020204030204" pitchFamily="34" charset="0"/>
                <a:ea typeface="Calibri" panose="020F0502020204030204" pitchFamily="34" charset="0"/>
                <a:cs typeface="Times New Roman" panose="02020603050405020304" pitchFamily="18" charset="0"/>
              </a:rPr>
              <a:t> function refer back to the table created, and values between 0 and 0.89 would give a lead time of 4 days and values between 0.9 and 0.99 would give a lead time of 5 days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28499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3A82603-9CFE-FF69-C195-AD1165F949A7}"/>
              </a:ext>
            </a:extLst>
          </p:cNvPr>
          <p:cNvSpPr>
            <a:spLocks noGrp="1"/>
          </p:cNvSpPr>
          <p:nvPr>
            <p:ph type="title"/>
          </p:nvPr>
        </p:nvSpPr>
        <p:spPr>
          <a:xfrm>
            <a:off x="643467" y="321734"/>
            <a:ext cx="10905066" cy="1135737"/>
          </a:xfrm>
        </p:spPr>
        <p:txBody>
          <a:bodyPr>
            <a:normAutofit/>
          </a:bodyPr>
          <a:lstStyle/>
          <a:p>
            <a:r>
              <a:rPr lang="en-GB" sz="3600"/>
              <a:t>Ordering Policies – First Approach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CD8DAA-7E3C-555B-76CA-70E17919AD19}"/>
                  </a:ext>
                </a:extLst>
              </p:cNvPr>
              <p:cNvSpPr>
                <a:spLocks noGrp="1"/>
              </p:cNvSpPr>
              <p:nvPr>
                <p:ph idx="1"/>
              </p:nvPr>
            </p:nvSpPr>
            <p:spPr>
              <a:xfrm>
                <a:off x="643467" y="1782981"/>
                <a:ext cx="10905066" cy="4393982"/>
              </a:xfrm>
            </p:spPr>
            <p:txBody>
              <a:bodyPr>
                <a:normAutofit/>
              </a:bodyPr>
              <a:lstStyle/>
              <a:p>
                <a:r>
                  <a:rPr lang="en-GB" sz="2400" dirty="0"/>
                  <a:t>Trial and error was not an efficient way to find optimal values for reorder levels and quantity due to the wide range of possibilities with two variables</a:t>
                </a:r>
              </a:p>
              <a:p>
                <a:r>
                  <a:rPr lang="en-GB" sz="2400" dirty="0"/>
                  <a:t>Therefore, we calculated theoretically the optimal values for Order Quantity and Reorder Level</a:t>
                </a:r>
              </a:p>
              <a:p>
                <a:pPr lvl="1"/>
                <a:r>
                  <a:rPr lang="en-GB" dirty="0"/>
                  <a:t>Economic Order Quantity =</a:t>
                </a:r>
                <a14:m>
                  <m:oMath xmlns:m="http://schemas.openxmlformats.org/officeDocument/2006/math">
                    <m:rad>
                      <m:radPr>
                        <m:degHide m:val="on"/>
                        <m:ctrlPr>
                          <a:rPr lang="en-GB" i="1">
                            <a:latin typeface="Cambria Math" panose="02040503050406030204" pitchFamily="18" charset="0"/>
                            <a:ea typeface="Cambria Math" panose="02040503050406030204" pitchFamily="18" charset="0"/>
                          </a:rPr>
                        </m:ctrlPr>
                      </m:radPr>
                      <m:deg/>
                      <m:e>
                        <m:f>
                          <m:fPr>
                            <m:ctrlPr>
                              <a:rPr lang="en-GB" i="1">
                                <a:latin typeface="Cambria Math" panose="02040503050406030204" pitchFamily="18" charset="0"/>
                                <a:ea typeface="Cambria Math" panose="02040503050406030204" pitchFamily="18" charset="0"/>
                              </a:rPr>
                            </m:ctrlPr>
                          </m:fPr>
                          <m:num>
                            <m:r>
                              <a:rPr lang="en-GB" b="0" i="1">
                                <a:latin typeface="Cambria Math" panose="02040503050406030204" pitchFamily="18" charset="0"/>
                                <a:ea typeface="Cambria Math" panose="02040503050406030204" pitchFamily="18" charset="0"/>
                              </a:rPr>
                              <m:t>2∗</m:t>
                            </m:r>
                            <m:r>
                              <a:rPr lang="en-GB" b="0" i="1">
                                <a:latin typeface="Cambria Math" panose="02040503050406030204" pitchFamily="18" charset="0"/>
                                <a:ea typeface="Cambria Math" panose="02040503050406030204" pitchFamily="18" charset="0"/>
                              </a:rPr>
                              <m:t>𝐹𝑖𝑥𝑒𝑑</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𝑂𝑟𝑑𝑒𝑟</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𝐶𝑜𝑠𝑡</m:t>
                            </m:r>
                            <m:r>
                              <a:rPr lang="en-GB" b="0" i="1">
                                <a:latin typeface="Cambria Math" panose="02040503050406030204" pitchFamily="18" charset="0"/>
                                <a:ea typeface="Cambria Math" panose="02040503050406030204" pitchFamily="18" charset="0"/>
                              </a:rPr>
                              <m:t>∗</m:t>
                            </m:r>
                            <m:r>
                              <a:rPr lang="en-GB" b="0" i="1">
                                <a:latin typeface="Cambria Math" panose="02040503050406030204" pitchFamily="18" charset="0"/>
                                <a:ea typeface="Cambria Math" panose="02040503050406030204" pitchFamily="18" charset="0"/>
                              </a:rPr>
                              <m:t>𝐴𝑣𝑒𝑟𝑎𝑔𝑒</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𝐷𝑒𝑚𝑎𝑛𝑑</m:t>
                            </m:r>
                          </m:num>
                          <m:den>
                            <m:r>
                              <a:rPr lang="en-GB" b="0" i="1">
                                <a:latin typeface="Cambria Math" panose="02040503050406030204" pitchFamily="18" charset="0"/>
                                <a:ea typeface="Cambria Math" panose="02040503050406030204" pitchFamily="18" charset="0"/>
                              </a:rPr>
                              <m:t>𝐻𝑜𝑙𝑑𝑖𝑛𝑔</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𝐶𝑜𝑠𝑡</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𝑝𝑒𝑟</m:t>
                            </m:r>
                            <m:r>
                              <a:rPr lang="en-GB" b="0" i="1">
                                <a:latin typeface="Cambria Math" panose="02040503050406030204" pitchFamily="18" charset="0"/>
                                <a:ea typeface="Cambria Math" panose="02040503050406030204" pitchFamily="18" charset="0"/>
                              </a:rPr>
                              <m:t> </m:t>
                            </m:r>
                            <m:r>
                              <a:rPr lang="en-GB" b="0" i="1">
                                <a:latin typeface="Cambria Math" panose="02040503050406030204" pitchFamily="18" charset="0"/>
                                <a:ea typeface="Cambria Math" panose="02040503050406030204" pitchFamily="18" charset="0"/>
                              </a:rPr>
                              <m:t>𝑈𝑛𝑖𝑡</m:t>
                            </m:r>
                          </m:den>
                        </m:f>
                      </m:e>
                    </m:rad>
                  </m:oMath>
                </a14:m>
                <a:endParaRPr lang="en-GB" dirty="0"/>
              </a:p>
              <a:p>
                <a:pPr lvl="1"/>
                <a:endParaRPr lang="en-GB" dirty="0"/>
              </a:p>
              <a:p>
                <a:pPr lvl="1"/>
                <a:r>
                  <a:rPr lang="en-GB" dirty="0"/>
                  <a:t>Reorder Level = </a:t>
                </a:r>
                <a14:m>
                  <m:oMath xmlns:m="http://schemas.openxmlformats.org/officeDocument/2006/math">
                    <m:r>
                      <a:rPr lang="en-GB" b="0" i="1">
                        <a:latin typeface="Cambria Math" panose="02040503050406030204" pitchFamily="18" charset="0"/>
                      </a:rPr>
                      <m:t>𝑆𝑎𝑓𝑒𝑡𝑦</m:t>
                    </m:r>
                    <m:r>
                      <a:rPr lang="en-GB" b="0" i="1">
                        <a:latin typeface="Cambria Math" panose="02040503050406030204" pitchFamily="18" charset="0"/>
                      </a:rPr>
                      <m:t> </m:t>
                    </m:r>
                    <m:r>
                      <a:rPr lang="en-GB" b="0" i="1">
                        <a:latin typeface="Cambria Math" panose="02040503050406030204" pitchFamily="18" charset="0"/>
                      </a:rPr>
                      <m:t>𝑆𝑡𝑜𝑐𝑘</m:t>
                    </m:r>
                    <m:r>
                      <a:rPr lang="en-GB" b="0" i="1">
                        <a:latin typeface="Cambria Math" panose="02040503050406030204" pitchFamily="18" charset="0"/>
                      </a:rPr>
                      <m:t>+</m:t>
                    </m:r>
                    <m:r>
                      <a:rPr lang="en-GB" b="0" i="1">
                        <a:latin typeface="Cambria Math" panose="02040503050406030204" pitchFamily="18" charset="0"/>
                      </a:rPr>
                      <m:t>𝐿𝑒𝑎𝑑</m:t>
                    </m:r>
                    <m:r>
                      <a:rPr lang="en-GB" b="0" i="1">
                        <a:latin typeface="Cambria Math" panose="02040503050406030204" pitchFamily="18" charset="0"/>
                      </a:rPr>
                      <m:t> </m:t>
                    </m:r>
                    <m:r>
                      <a:rPr lang="en-GB" b="0" i="1">
                        <a:latin typeface="Cambria Math" panose="02040503050406030204" pitchFamily="18" charset="0"/>
                      </a:rPr>
                      <m:t>𝑇𝑖𝑚𝑒</m:t>
                    </m:r>
                    <m:r>
                      <a:rPr lang="en-GB" b="0" i="1">
                        <a:latin typeface="Cambria Math" panose="02040503050406030204" pitchFamily="18" charset="0"/>
                      </a:rPr>
                      <m:t> </m:t>
                    </m:r>
                    <m:r>
                      <a:rPr lang="en-GB" b="0" i="1">
                        <a:latin typeface="Cambria Math" panose="02040503050406030204" pitchFamily="18" charset="0"/>
                      </a:rPr>
                      <m:t>𝐷𝑒𝑚𝑎𝑛𝑑</m:t>
                    </m:r>
                  </m:oMath>
                </a14:m>
                <a:endParaRPr lang="en-GB" b="0" dirty="0"/>
              </a:p>
              <a:p>
                <a:pPr lvl="2"/>
                <a:r>
                  <a:rPr lang="en-GB" sz="2400" dirty="0"/>
                  <a:t>Safety Stock = </a:t>
                </a:r>
                <a14:m>
                  <m:oMath xmlns:m="http://schemas.openxmlformats.org/officeDocument/2006/math">
                    <m:rad>
                      <m:radPr>
                        <m:degHide m:val="on"/>
                        <m:ctrlPr>
                          <a:rPr lang="en-GB" sz="2400" b="0" i="1">
                            <a:latin typeface="Cambria Math" panose="02040503050406030204" pitchFamily="18" charset="0"/>
                            <a:ea typeface="Cambria Math" panose="02040503050406030204" pitchFamily="18" charset="0"/>
                          </a:rPr>
                        </m:ctrlPr>
                      </m:radPr>
                      <m:deg/>
                      <m:e>
                        <m:r>
                          <a:rPr lang="en-GB" sz="2400" b="0" i="1">
                            <a:latin typeface="Cambria Math" panose="02040503050406030204" pitchFamily="18" charset="0"/>
                            <a:ea typeface="Cambria Math" panose="02040503050406030204" pitchFamily="18" charset="0"/>
                          </a:rPr>
                          <m:t>𝐸</m:t>
                        </m:r>
                        <m:d>
                          <m:dPr>
                            <m:ctrlPr>
                              <a:rPr lang="en-GB" sz="2400" b="0" i="1">
                                <a:latin typeface="Cambria Math" panose="02040503050406030204" pitchFamily="18" charset="0"/>
                                <a:ea typeface="Cambria Math" panose="02040503050406030204" pitchFamily="18" charset="0"/>
                              </a:rPr>
                            </m:ctrlPr>
                          </m:dPr>
                          <m:e>
                            <m:r>
                              <a:rPr lang="en-GB" sz="2400" b="0" i="1">
                                <a:latin typeface="Cambria Math" panose="02040503050406030204" pitchFamily="18" charset="0"/>
                                <a:ea typeface="Cambria Math" panose="02040503050406030204" pitchFamily="18" charset="0"/>
                              </a:rPr>
                              <m:t>𝐿𝑒𝑎𝑑</m:t>
                            </m:r>
                            <m:r>
                              <a:rPr lang="en-GB" sz="2400" b="0" i="1">
                                <a:latin typeface="Cambria Math" panose="02040503050406030204" pitchFamily="18" charset="0"/>
                                <a:ea typeface="Cambria Math" panose="02040503050406030204" pitchFamily="18" charset="0"/>
                              </a:rPr>
                              <m:t> </m:t>
                            </m:r>
                            <m:r>
                              <a:rPr lang="en-GB" sz="2400" b="0" i="1">
                                <a:latin typeface="Cambria Math" panose="02040503050406030204" pitchFamily="18" charset="0"/>
                                <a:ea typeface="Cambria Math" panose="02040503050406030204" pitchFamily="18" charset="0"/>
                              </a:rPr>
                              <m:t>𝑇𝑖𝑚𝑒</m:t>
                            </m:r>
                          </m:e>
                        </m:d>
                      </m:e>
                    </m:rad>
                    <m:r>
                      <a:rPr lang="en-GB" sz="2400" b="0" i="1">
                        <a:latin typeface="Cambria Math" panose="02040503050406030204" pitchFamily="18" charset="0"/>
                        <a:ea typeface="Cambria Math" panose="02040503050406030204" pitchFamily="18" charset="0"/>
                      </a:rPr>
                      <m:t>∗</m:t>
                    </m:r>
                    <m:r>
                      <a:rPr lang="en-GB" sz="2400" b="0" i="1">
                        <a:latin typeface="Cambria Math" panose="02040503050406030204" pitchFamily="18" charset="0"/>
                        <a:ea typeface="Cambria Math" panose="02040503050406030204" pitchFamily="18" charset="0"/>
                      </a:rPr>
                      <m:t>𝑍𝑐</m:t>
                    </m:r>
                    <m:r>
                      <a:rPr lang="en-GB" sz="2400" b="0" i="1" baseline="-25000" smtClean="0">
                        <a:latin typeface="Cambria Math" panose="02040503050406030204" pitchFamily="18" charset="0"/>
                        <a:ea typeface="Cambria Math" panose="02040503050406030204" pitchFamily="18" charset="0"/>
                      </a:rPr>
                      <m:t>𝑜𝑛𝑓𝑖</m:t>
                    </m:r>
                    <m:r>
                      <a:rPr lang="en-GB" sz="2400" b="0" i="1" baseline="-25000" smtClean="0">
                        <a:latin typeface="Cambria Math" panose="02040503050406030204" pitchFamily="18" charset="0"/>
                        <a:ea typeface="Cambria Math" panose="02040503050406030204" pitchFamily="18" charset="0"/>
                      </a:rPr>
                      <m:t>𝑑𝑒𝑛𝑐𝑒</m:t>
                    </m:r>
                    <m:r>
                      <a:rPr lang="en-GB" sz="2400" b="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𝜎</m:t>
                    </m:r>
                    <m:r>
                      <a:rPr lang="en-GB" sz="2400" b="0" i="1" baseline="-25000">
                        <a:latin typeface="Cambria Math" panose="02040503050406030204" pitchFamily="18" charset="0"/>
                        <a:ea typeface="Cambria Math" panose="02040503050406030204" pitchFamily="18" charset="0"/>
                      </a:rPr>
                      <m:t>𝑑𝑒𝑚𝑎𝑛𝑑</m:t>
                    </m:r>
                  </m:oMath>
                </a14:m>
                <a:endParaRPr lang="en-GB" sz="2400" baseline="-25000" dirty="0"/>
              </a:p>
              <a:p>
                <a:pPr lvl="2"/>
                <a:r>
                  <a:rPr lang="en-GB" sz="2400" dirty="0"/>
                  <a:t>Lead Time Demand = </a:t>
                </a:r>
                <a14:m>
                  <m:oMath xmlns:m="http://schemas.openxmlformats.org/officeDocument/2006/math">
                    <m:r>
                      <a:rPr lang="en-GB" sz="2400" b="0" i="1" smtClean="0">
                        <a:latin typeface="Cambria Math" panose="02040503050406030204" pitchFamily="18" charset="0"/>
                      </a:rPr>
                      <m:t>𝐸</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𝐿𝑒𝑎𝑑</m:t>
                        </m:r>
                        <m:r>
                          <a:rPr lang="en-GB" sz="2400" b="0" i="1" smtClean="0">
                            <a:latin typeface="Cambria Math" panose="02040503050406030204" pitchFamily="18" charset="0"/>
                          </a:rPr>
                          <m:t> </m:t>
                        </m:r>
                        <m:r>
                          <a:rPr lang="en-GB" sz="2400" b="0" i="1" smtClean="0">
                            <a:latin typeface="Cambria Math" panose="02040503050406030204" pitchFamily="18" charset="0"/>
                          </a:rPr>
                          <m:t>𝑇𝑖𝑚𝑒</m:t>
                        </m:r>
                      </m:e>
                    </m:d>
                    <m:r>
                      <a:rPr lang="en-GB" sz="2400" b="0" i="1" smtClean="0">
                        <a:latin typeface="Cambria Math" panose="02040503050406030204" pitchFamily="18" charset="0"/>
                      </a:rPr>
                      <m:t>∗</m:t>
                    </m:r>
                    <m:r>
                      <a:rPr lang="en-GB" sz="2400" b="0" i="1" smtClean="0">
                        <a:latin typeface="Cambria Math" panose="02040503050406030204" pitchFamily="18" charset="0"/>
                      </a:rPr>
                      <m:t>𝐴𝑣𝑒𝑟𝑎𝑔𝑒</m:t>
                    </m:r>
                    <m:r>
                      <a:rPr lang="en-GB" sz="2400" b="0" i="1" smtClean="0">
                        <a:latin typeface="Cambria Math" panose="02040503050406030204" pitchFamily="18" charset="0"/>
                      </a:rPr>
                      <m:t> </m:t>
                    </m:r>
                    <m:r>
                      <a:rPr lang="en-GB" sz="2400" b="0" i="1" smtClean="0">
                        <a:latin typeface="Cambria Math" panose="02040503050406030204" pitchFamily="18" charset="0"/>
                      </a:rPr>
                      <m:t>𝐷𝑒𝑚𝑎𝑛𝑑</m:t>
                    </m:r>
                  </m:oMath>
                </a14:m>
                <a:endParaRPr lang="en-GB" sz="2400" b="0" dirty="0"/>
              </a:p>
              <a:p>
                <a:pPr marL="914400" lvl="2" indent="0">
                  <a:buNone/>
                </a:pPr>
                <a:endParaRPr lang="en-GB" dirty="0"/>
              </a:p>
              <a:p>
                <a:pPr marL="914400" lvl="2" indent="0">
                  <a:buNone/>
                </a:pPr>
                <a:endParaRPr lang="en-GB" dirty="0"/>
              </a:p>
            </p:txBody>
          </p:sp>
        </mc:Choice>
        <mc:Fallback>
          <p:sp>
            <p:nvSpPr>
              <p:cNvPr id="3" name="Content Placeholder 2">
                <a:extLst>
                  <a:ext uri="{FF2B5EF4-FFF2-40B4-BE49-F238E27FC236}">
                    <a16:creationId xmlns:a16="http://schemas.microsoft.com/office/drawing/2014/main" id="{45CD8DAA-7E3C-555B-76CA-70E17919AD19}"/>
                  </a:ext>
                </a:extLst>
              </p:cNvPr>
              <p:cNvSpPr>
                <a:spLocks noGrp="1" noRot="1" noChangeAspect="1" noMove="1" noResize="1" noEditPoints="1" noAdjustHandles="1" noChangeArrowheads="1" noChangeShapeType="1" noTextEdit="1"/>
              </p:cNvSpPr>
              <p:nvPr>
                <p:ph idx="1"/>
              </p:nvPr>
            </p:nvSpPr>
            <p:spPr>
              <a:xfrm>
                <a:off x="643467" y="1782981"/>
                <a:ext cx="10905066" cy="4393982"/>
              </a:xfrm>
              <a:blipFill>
                <a:blip r:embed="rId3"/>
                <a:stretch>
                  <a:fillRect l="-783" t="-1942"/>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67346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708AA3-FD5D-BE85-BC1C-4AA9632AC9C1}"/>
              </a:ext>
            </a:extLst>
          </p:cNvPr>
          <p:cNvSpPr>
            <a:spLocks noGrp="1"/>
          </p:cNvSpPr>
          <p:nvPr>
            <p:ph type="title"/>
          </p:nvPr>
        </p:nvSpPr>
        <p:spPr>
          <a:xfrm>
            <a:off x="643467" y="321734"/>
            <a:ext cx="10905066" cy="1135737"/>
          </a:xfrm>
        </p:spPr>
        <p:txBody>
          <a:bodyPr>
            <a:normAutofit/>
          </a:bodyPr>
          <a:lstStyle/>
          <a:p>
            <a:r>
              <a:rPr lang="en-GB" sz="3600"/>
              <a:t>Ordering Policies – Second Approach</a:t>
            </a:r>
          </a:p>
        </p:txBody>
      </p:sp>
      <p:sp>
        <p:nvSpPr>
          <p:cNvPr id="3" name="Content Placeholder 2">
            <a:extLst>
              <a:ext uri="{FF2B5EF4-FFF2-40B4-BE49-F238E27FC236}">
                <a16:creationId xmlns:a16="http://schemas.microsoft.com/office/drawing/2014/main" id="{97731515-8F1C-3714-8F3A-9415772C3125}"/>
              </a:ext>
            </a:extLst>
          </p:cNvPr>
          <p:cNvSpPr>
            <a:spLocks noGrp="1"/>
          </p:cNvSpPr>
          <p:nvPr>
            <p:ph idx="1"/>
          </p:nvPr>
        </p:nvSpPr>
        <p:spPr>
          <a:xfrm>
            <a:off x="643467" y="1782981"/>
            <a:ext cx="10905066" cy="4393982"/>
          </a:xfrm>
        </p:spPr>
        <p:txBody>
          <a:bodyPr>
            <a:normAutofit/>
          </a:bodyPr>
          <a:lstStyle/>
          <a:p>
            <a:pPr marL="342900" indent="-342900">
              <a:buFont typeface="Arial" panose="020B0604020202020204" pitchFamily="34" charset="0"/>
              <a:buChar char="•"/>
            </a:pPr>
            <a:r>
              <a:rPr lang="en-US" sz="2400" dirty="0"/>
              <a:t>Applied skills from the workshop to use a solver to find the optimal reorder and quantity levels for both Sprint and Vitality respectively </a:t>
            </a:r>
          </a:p>
          <a:p>
            <a:pPr marL="342900" indent="-342900">
              <a:buFont typeface="Arial" panose="020B0604020202020204" pitchFamily="34" charset="0"/>
              <a:buChar char="•"/>
            </a:pPr>
            <a:r>
              <a:rPr lang="en-US" sz="2400" dirty="0"/>
              <a:t>Objective of the solver is set to minimize the value of cell which is summation of daily costs</a:t>
            </a:r>
          </a:p>
          <a:p>
            <a:pPr marL="342900" indent="-342900">
              <a:buFont typeface="Arial" panose="020B0604020202020204" pitchFamily="34" charset="0"/>
              <a:buChar char="•"/>
            </a:pPr>
            <a:r>
              <a:rPr lang="en-US" sz="2400" dirty="0"/>
              <a:t>The variable cells changed are the order quantity and reorder levels</a:t>
            </a:r>
          </a:p>
          <a:p>
            <a:pPr marL="342900" indent="-342900">
              <a:buFont typeface="Arial" panose="020B0604020202020204" pitchFamily="34" charset="0"/>
              <a:buChar char="•"/>
            </a:pPr>
            <a:r>
              <a:rPr lang="en-US" sz="2400" dirty="0"/>
              <a:t>Added constraint for order quantity and reorder levels to be integers to be a suitable solution</a:t>
            </a:r>
          </a:p>
          <a:p>
            <a:pPr marL="342900" indent="-342900">
              <a:buFont typeface="Arial" panose="020B0604020202020204" pitchFamily="34" charset="0"/>
              <a:buChar char="•"/>
            </a:pPr>
            <a:r>
              <a:rPr lang="en-US" sz="2400" dirty="0"/>
              <a:t>GRG Nonlinear solving method used as this was used in workshop to obtain optimal values</a:t>
            </a:r>
          </a:p>
          <a:p>
            <a:pPr marL="342900" indent="-342900">
              <a:buFont typeface="Arial" panose="020B0604020202020204" pitchFamily="34" charset="0"/>
              <a:buChar char="•"/>
            </a:pPr>
            <a:r>
              <a:rPr lang="en-US" sz="2400" dirty="0"/>
              <a:t>Interestingly, our calculated values were very close to the solvers’ optimal values. For Vitality, they were the same</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99034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13">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4" name="Rectangle 14">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15">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72F7526A-1392-154F-33B1-B779F323A8EB}"/>
              </a:ext>
            </a:extLst>
          </p:cNvPr>
          <p:cNvSpPr>
            <a:spLocks noGrp="1"/>
          </p:cNvSpPr>
          <p:nvPr>
            <p:ph type="title"/>
          </p:nvPr>
        </p:nvSpPr>
        <p:spPr>
          <a:xfrm>
            <a:off x="643467" y="321734"/>
            <a:ext cx="10905066" cy="1135737"/>
          </a:xfrm>
        </p:spPr>
        <p:txBody>
          <a:bodyPr>
            <a:normAutofit/>
          </a:bodyPr>
          <a:lstStyle/>
          <a:p>
            <a:r>
              <a:rPr lang="en-GB" sz="3600"/>
              <a:t>Ordering Policies – Second Approach</a:t>
            </a:r>
          </a:p>
        </p:txBody>
      </p:sp>
      <p:grpSp>
        <p:nvGrpSpPr>
          <p:cNvPr id="27" name="Group 17">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8" name="Isosceles Triangle 18">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19">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descr="Graphical user interface, application&#10;&#10;Description automatically generated">
            <a:extLst>
              <a:ext uri="{FF2B5EF4-FFF2-40B4-BE49-F238E27FC236}">
                <a16:creationId xmlns:a16="http://schemas.microsoft.com/office/drawing/2014/main" id="{5AF0D3FF-6A97-A9E4-56DD-C61D64C85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13" y="1321982"/>
            <a:ext cx="5890902" cy="5080902"/>
          </a:xfrm>
          <a:prstGeom prst="rect">
            <a:avLst/>
          </a:prstGeom>
        </p:spPr>
      </p:pic>
    </p:spTree>
    <p:extLst>
      <p:ext uri="{BB962C8B-B14F-4D97-AF65-F5344CB8AC3E}">
        <p14:creationId xmlns:p14="http://schemas.microsoft.com/office/powerpoint/2010/main" val="3007835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DBED14-1927-C79A-2EE7-8D397895EEDD}"/>
              </a:ext>
            </a:extLst>
          </p:cNvPr>
          <p:cNvSpPr>
            <a:spLocks noGrp="1"/>
          </p:cNvSpPr>
          <p:nvPr>
            <p:ph type="title"/>
          </p:nvPr>
        </p:nvSpPr>
        <p:spPr>
          <a:xfrm>
            <a:off x="643467" y="321734"/>
            <a:ext cx="10905066" cy="1135737"/>
          </a:xfrm>
        </p:spPr>
        <p:txBody>
          <a:bodyPr>
            <a:normAutofit/>
          </a:bodyPr>
          <a:lstStyle/>
          <a:p>
            <a:r>
              <a:rPr lang="en-GB" sz="3600"/>
              <a:t>Ordering Policies – Final Values</a:t>
            </a:r>
          </a:p>
        </p:txBody>
      </p:sp>
      <p:sp>
        <p:nvSpPr>
          <p:cNvPr id="3" name="Content Placeholder 2">
            <a:extLst>
              <a:ext uri="{FF2B5EF4-FFF2-40B4-BE49-F238E27FC236}">
                <a16:creationId xmlns:a16="http://schemas.microsoft.com/office/drawing/2014/main" id="{DB521A4D-920A-145C-8471-976BF1870D8F}"/>
              </a:ext>
            </a:extLst>
          </p:cNvPr>
          <p:cNvSpPr>
            <a:spLocks noGrp="1"/>
          </p:cNvSpPr>
          <p:nvPr>
            <p:ph idx="1"/>
          </p:nvPr>
        </p:nvSpPr>
        <p:spPr>
          <a:xfrm>
            <a:off x="643467" y="1782981"/>
            <a:ext cx="10905066" cy="4393982"/>
          </a:xfrm>
        </p:spPr>
        <p:txBody>
          <a:bodyPr>
            <a:normAutofit/>
          </a:bodyPr>
          <a:lstStyle/>
          <a:p>
            <a:r>
              <a:rPr lang="en-US" sz="2400" dirty="0"/>
              <a:t>Once we had the solver’s optimal values for the Average Daily Cost, we then played around with the number manually to try and then minimise the number of stockouts low and maximise the percentage of demand satisfied as high as possible.</a:t>
            </a:r>
          </a:p>
          <a:p>
            <a:r>
              <a:rPr lang="en-US" sz="2400" dirty="0"/>
              <a:t>This led to some slight changes in values, but we decided not to stray too far from the Average Daily Cost optimal value as this was what the store was primarily interested in</a:t>
            </a:r>
          </a:p>
          <a:p>
            <a:r>
              <a:rPr lang="en-US" sz="2400" dirty="0"/>
              <a:t>The exercise could be run again to focus more on these other factors should the store require it</a:t>
            </a:r>
            <a:endParaRPr lang="en-GB" sz="24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46518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A18F83-1C95-A914-80BD-903335405219}"/>
              </a:ext>
            </a:extLst>
          </p:cNvPr>
          <p:cNvSpPr>
            <a:spLocks noGrp="1"/>
          </p:cNvSpPr>
          <p:nvPr>
            <p:ph type="title"/>
          </p:nvPr>
        </p:nvSpPr>
        <p:spPr>
          <a:xfrm>
            <a:off x="643467" y="321734"/>
            <a:ext cx="10905066" cy="1135737"/>
          </a:xfrm>
        </p:spPr>
        <p:txBody>
          <a:bodyPr>
            <a:normAutofit/>
          </a:bodyPr>
          <a:lstStyle/>
          <a:p>
            <a:r>
              <a:rPr lang="en-GB" sz="3600"/>
              <a:t>Conclusions – Part A	</a:t>
            </a:r>
          </a:p>
        </p:txBody>
      </p:sp>
      <p:sp>
        <p:nvSpPr>
          <p:cNvPr id="3" name="Content Placeholder 2">
            <a:extLst>
              <a:ext uri="{FF2B5EF4-FFF2-40B4-BE49-F238E27FC236}">
                <a16:creationId xmlns:a16="http://schemas.microsoft.com/office/drawing/2014/main" id="{7497C615-FD49-E327-EC8B-2166A9095339}"/>
              </a:ext>
            </a:extLst>
          </p:cNvPr>
          <p:cNvSpPr>
            <a:spLocks noGrp="1"/>
          </p:cNvSpPr>
          <p:nvPr>
            <p:ph idx="1"/>
          </p:nvPr>
        </p:nvSpPr>
        <p:spPr>
          <a:xfrm>
            <a:off x="643467" y="1782981"/>
            <a:ext cx="10905066" cy="4393982"/>
          </a:xfrm>
        </p:spPr>
        <p:txBody>
          <a:bodyPr>
            <a:normAutofit/>
          </a:bodyPr>
          <a:lstStyle/>
          <a:p>
            <a:r>
              <a:rPr lang="en-GB" sz="2400" dirty="0"/>
              <a:t>Concluded that the optimal values were:</a:t>
            </a:r>
          </a:p>
          <a:p>
            <a:pPr lvl="1"/>
            <a:r>
              <a:rPr lang="en-GB" dirty="0"/>
              <a:t>Sprint</a:t>
            </a:r>
          </a:p>
          <a:p>
            <a:pPr lvl="2"/>
            <a:r>
              <a:rPr lang="en-GB" sz="2400" dirty="0"/>
              <a:t>Reorder Level = 151</a:t>
            </a:r>
          </a:p>
          <a:p>
            <a:pPr lvl="2"/>
            <a:r>
              <a:rPr lang="en-GB" sz="2400" dirty="0"/>
              <a:t>Order Quantity = 185</a:t>
            </a:r>
          </a:p>
          <a:p>
            <a:pPr lvl="2"/>
            <a:r>
              <a:rPr lang="en-GB" sz="2400" dirty="0"/>
              <a:t>Average Daily Costs = £27.71</a:t>
            </a:r>
          </a:p>
          <a:p>
            <a:pPr lvl="1"/>
            <a:endParaRPr lang="en-GB" dirty="0"/>
          </a:p>
          <a:p>
            <a:pPr lvl="1"/>
            <a:r>
              <a:rPr lang="en-GB" dirty="0"/>
              <a:t>Vitality</a:t>
            </a:r>
          </a:p>
          <a:p>
            <a:pPr lvl="2"/>
            <a:r>
              <a:rPr lang="en-GB" sz="2400" dirty="0"/>
              <a:t>Reorder Level = 66</a:t>
            </a:r>
          </a:p>
          <a:p>
            <a:pPr lvl="2"/>
            <a:r>
              <a:rPr lang="en-GB" sz="2400" dirty="0"/>
              <a:t>Order Quantity = 130</a:t>
            </a:r>
          </a:p>
          <a:p>
            <a:pPr lvl="2"/>
            <a:r>
              <a:rPr lang="en-GB" sz="2400" dirty="0"/>
              <a:t>Average Daily Costs = £21.73</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5474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F2CBA7-AC81-FE52-F12E-878F0E0312F0}"/>
              </a:ext>
            </a:extLst>
          </p:cNvPr>
          <p:cNvSpPr>
            <a:spLocks noGrp="1"/>
          </p:cNvSpPr>
          <p:nvPr>
            <p:ph type="title"/>
          </p:nvPr>
        </p:nvSpPr>
        <p:spPr>
          <a:xfrm>
            <a:off x="643467" y="321734"/>
            <a:ext cx="10905066" cy="1135737"/>
          </a:xfrm>
        </p:spPr>
        <p:txBody>
          <a:bodyPr>
            <a:normAutofit/>
          </a:bodyPr>
          <a:lstStyle/>
          <a:p>
            <a:r>
              <a:rPr lang="en-GB" sz="3600"/>
              <a:t>Conclusions – Part B</a:t>
            </a:r>
          </a:p>
        </p:txBody>
      </p:sp>
      <p:sp>
        <p:nvSpPr>
          <p:cNvPr id="3" name="Content Placeholder 2">
            <a:extLst>
              <a:ext uri="{FF2B5EF4-FFF2-40B4-BE49-F238E27FC236}">
                <a16:creationId xmlns:a16="http://schemas.microsoft.com/office/drawing/2014/main" id="{47F11AC4-3219-CE29-9640-05297A52366A}"/>
              </a:ext>
            </a:extLst>
          </p:cNvPr>
          <p:cNvSpPr>
            <a:spLocks noGrp="1"/>
          </p:cNvSpPr>
          <p:nvPr>
            <p:ph idx="1"/>
          </p:nvPr>
        </p:nvSpPr>
        <p:spPr>
          <a:xfrm>
            <a:off x="643467" y="1782981"/>
            <a:ext cx="10905066" cy="4393982"/>
          </a:xfrm>
        </p:spPr>
        <p:txBody>
          <a:bodyPr>
            <a:normAutofit/>
          </a:bodyPr>
          <a:lstStyle/>
          <a:p>
            <a:r>
              <a:rPr lang="en-GB" sz="2400" dirty="0"/>
              <a:t>Concluded that the optimal values were:</a:t>
            </a:r>
          </a:p>
          <a:p>
            <a:pPr lvl="1"/>
            <a:r>
              <a:rPr lang="en-GB" dirty="0"/>
              <a:t>Sprint</a:t>
            </a:r>
          </a:p>
          <a:p>
            <a:pPr lvl="2"/>
            <a:r>
              <a:rPr lang="en-GB" sz="2400" dirty="0"/>
              <a:t>Reorder Level = 74</a:t>
            </a:r>
          </a:p>
          <a:p>
            <a:pPr lvl="2"/>
            <a:r>
              <a:rPr lang="en-GB" sz="2400" dirty="0"/>
              <a:t>Order Quantity = 218</a:t>
            </a:r>
          </a:p>
          <a:p>
            <a:pPr lvl="2"/>
            <a:r>
              <a:rPr lang="en-GB" sz="2400" dirty="0"/>
              <a:t>Average Daily Costs = £28.53</a:t>
            </a:r>
          </a:p>
          <a:p>
            <a:pPr lvl="1"/>
            <a:endParaRPr lang="en-GB" dirty="0"/>
          </a:p>
          <a:p>
            <a:r>
              <a:rPr lang="en-GB" sz="2400" dirty="0"/>
              <a:t>Despite a slightly higher average cost, we would recommend the store to order from Supplier C as the number of stockouts were reduced.</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278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ED875A-6F01-8A0A-0741-CD7A4B1B4890}"/>
              </a:ext>
            </a:extLst>
          </p:cNvPr>
          <p:cNvSpPr>
            <a:spLocks noGrp="1"/>
          </p:cNvSpPr>
          <p:nvPr>
            <p:ph type="title"/>
          </p:nvPr>
        </p:nvSpPr>
        <p:spPr>
          <a:xfrm>
            <a:off x="643467" y="321734"/>
            <a:ext cx="10905066" cy="1135737"/>
          </a:xfrm>
        </p:spPr>
        <p:txBody>
          <a:bodyPr>
            <a:normAutofit/>
          </a:bodyPr>
          <a:lstStyle/>
          <a:p>
            <a:r>
              <a:rPr lang="en-GB" sz="3600"/>
              <a:t>Conclusions – Part C</a:t>
            </a:r>
          </a:p>
        </p:txBody>
      </p:sp>
      <p:sp>
        <p:nvSpPr>
          <p:cNvPr id="3" name="Content Placeholder 2">
            <a:extLst>
              <a:ext uri="{FF2B5EF4-FFF2-40B4-BE49-F238E27FC236}">
                <a16:creationId xmlns:a16="http://schemas.microsoft.com/office/drawing/2014/main" id="{3878A450-628F-0981-FBFF-2521028D37FE}"/>
              </a:ext>
            </a:extLst>
          </p:cNvPr>
          <p:cNvSpPr>
            <a:spLocks noGrp="1"/>
          </p:cNvSpPr>
          <p:nvPr>
            <p:ph idx="1"/>
          </p:nvPr>
        </p:nvSpPr>
        <p:spPr>
          <a:xfrm>
            <a:off x="643467" y="1782981"/>
            <a:ext cx="10905066" cy="4393982"/>
          </a:xfrm>
        </p:spPr>
        <p:txBody>
          <a:bodyPr>
            <a:normAutofit/>
          </a:bodyPr>
          <a:lstStyle/>
          <a:p>
            <a:r>
              <a:rPr lang="en-GB" sz="2400" dirty="0"/>
              <a:t>Using the optimal values discovered in Part A, the model was applied with policy being more heavily thought about.</a:t>
            </a:r>
          </a:p>
          <a:p>
            <a:r>
              <a:rPr lang="en-GB" sz="2400" dirty="0"/>
              <a:t>The best policy was as follows:</a:t>
            </a:r>
          </a:p>
          <a:p>
            <a:pPr lvl="1"/>
            <a:r>
              <a:rPr lang="en-GB" dirty="0"/>
              <a:t>When one drink falls below its reorder level, an order is placed for the reorder quantity of that drink</a:t>
            </a:r>
          </a:p>
          <a:p>
            <a:pPr lvl="1"/>
            <a:r>
              <a:rPr lang="en-GB" dirty="0"/>
              <a:t>Then reorder the other drink at a quantity equal to</a:t>
            </a:r>
          </a:p>
          <a:p>
            <a:pPr lvl="2"/>
            <a:r>
              <a:rPr lang="en-GB" dirty="0"/>
              <a:t>Standard Order Quantity – (Stock Level – Reorder Level)</a:t>
            </a:r>
          </a:p>
          <a:p>
            <a:pPr lvl="1"/>
            <a:endParaRPr lang="en-GB" dirty="0"/>
          </a:p>
          <a:p>
            <a:r>
              <a:rPr lang="en-GB" sz="2400" dirty="0"/>
              <a:t>This minimises the number of orders hence minimising the number of orders required hence minimising fixed order cost.</a:t>
            </a:r>
          </a:p>
          <a:p>
            <a:endParaRPr lang="en-GB" sz="20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58684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E59AF7-C464-5B45-FA37-672720CB99A6}"/>
              </a:ext>
            </a:extLst>
          </p:cNvPr>
          <p:cNvSpPr>
            <a:spLocks noGrp="1"/>
          </p:cNvSpPr>
          <p:nvPr>
            <p:ph type="title"/>
          </p:nvPr>
        </p:nvSpPr>
        <p:spPr>
          <a:xfrm>
            <a:off x="643467" y="321734"/>
            <a:ext cx="10905066" cy="1135737"/>
          </a:xfrm>
        </p:spPr>
        <p:txBody>
          <a:bodyPr>
            <a:normAutofit/>
          </a:bodyPr>
          <a:lstStyle/>
          <a:p>
            <a:r>
              <a:rPr lang="en-GB" sz="3600"/>
              <a:t>Part C Example</a:t>
            </a:r>
          </a:p>
        </p:txBody>
      </p:sp>
      <p:sp>
        <p:nvSpPr>
          <p:cNvPr id="3" name="Content Placeholder 2">
            <a:extLst>
              <a:ext uri="{FF2B5EF4-FFF2-40B4-BE49-F238E27FC236}">
                <a16:creationId xmlns:a16="http://schemas.microsoft.com/office/drawing/2014/main" id="{0CF3B7F8-8D1D-F03E-CB0F-86E475776CD3}"/>
              </a:ext>
            </a:extLst>
          </p:cNvPr>
          <p:cNvSpPr>
            <a:spLocks noGrp="1"/>
          </p:cNvSpPr>
          <p:nvPr>
            <p:ph idx="1"/>
          </p:nvPr>
        </p:nvSpPr>
        <p:spPr>
          <a:xfrm>
            <a:off x="643466" y="1761957"/>
            <a:ext cx="10905066" cy="4393982"/>
          </a:xfrm>
        </p:spPr>
        <p:txBody>
          <a:bodyPr>
            <a:normAutofit/>
          </a:bodyPr>
          <a:lstStyle/>
          <a:p>
            <a:r>
              <a:rPr lang="en-GB" sz="2400" dirty="0"/>
              <a:t>With Standard Values: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Table 5">
            <a:extLst>
              <a:ext uri="{FF2B5EF4-FFF2-40B4-BE49-F238E27FC236}">
                <a16:creationId xmlns:a16="http://schemas.microsoft.com/office/drawing/2014/main" id="{3B5093B0-AC94-9422-7E76-AC240F93C6B8}"/>
              </a:ext>
            </a:extLst>
          </p:cNvPr>
          <p:cNvGraphicFramePr>
            <a:graphicFrameLocks noGrp="1"/>
          </p:cNvGraphicFramePr>
          <p:nvPr>
            <p:extLst>
              <p:ext uri="{D42A27DB-BD31-4B8C-83A1-F6EECF244321}">
                <p14:modId xmlns:p14="http://schemas.microsoft.com/office/powerpoint/2010/main" val="1967216816"/>
              </p:ext>
            </p:extLst>
          </p:nvPr>
        </p:nvGraphicFramePr>
        <p:xfrm>
          <a:off x="4299357" y="1426274"/>
          <a:ext cx="6056850" cy="1106538"/>
        </p:xfrm>
        <a:graphic>
          <a:graphicData uri="http://schemas.openxmlformats.org/drawingml/2006/table">
            <a:tbl>
              <a:tblPr firstRow="1" bandRow="1">
                <a:tableStyleId>{5C22544A-7EE6-4342-B048-85BDC9FD1C3A}</a:tableStyleId>
              </a:tblPr>
              <a:tblGrid>
                <a:gridCol w="2018950">
                  <a:extLst>
                    <a:ext uri="{9D8B030D-6E8A-4147-A177-3AD203B41FA5}">
                      <a16:colId xmlns:a16="http://schemas.microsoft.com/office/drawing/2014/main" val="3545606533"/>
                    </a:ext>
                  </a:extLst>
                </a:gridCol>
                <a:gridCol w="2018950">
                  <a:extLst>
                    <a:ext uri="{9D8B030D-6E8A-4147-A177-3AD203B41FA5}">
                      <a16:colId xmlns:a16="http://schemas.microsoft.com/office/drawing/2014/main" val="2261044668"/>
                    </a:ext>
                  </a:extLst>
                </a:gridCol>
                <a:gridCol w="2018950">
                  <a:extLst>
                    <a:ext uri="{9D8B030D-6E8A-4147-A177-3AD203B41FA5}">
                      <a16:colId xmlns:a16="http://schemas.microsoft.com/office/drawing/2014/main" val="837690947"/>
                    </a:ext>
                  </a:extLst>
                </a:gridCol>
              </a:tblGrid>
              <a:tr h="368846">
                <a:tc>
                  <a:txBody>
                    <a:bodyPr/>
                    <a:lstStyle/>
                    <a:p>
                      <a:endParaRPr lang="en-GB"/>
                    </a:p>
                  </a:txBody>
                  <a:tcPr/>
                </a:tc>
                <a:tc>
                  <a:txBody>
                    <a:bodyPr/>
                    <a:lstStyle/>
                    <a:p>
                      <a:r>
                        <a:rPr lang="en-GB" dirty="0"/>
                        <a:t>Sprint</a:t>
                      </a:r>
                    </a:p>
                  </a:txBody>
                  <a:tcPr/>
                </a:tc>
                <a:tc>
                  <a:txBody>
                    <a:bodyPr/>
                    <a:lstStyle/>
                    <a:p>
                      <a:r>
                        <a:rPr lang="en-GB" dirty="0"/>
                        <a:t>Vitality</a:t>
                      </a:r>
                    </a:p>
                  </a:txBody>
                  <a:tcPr/>
                </a:tc>
                <a:extLst>
                  <a:ext uri="{0D108BD9-81ED-4DB2-BD59-A6C34878D82A}">
                    <a16:rowId xmlns:a16="http://schemas.microsoft.com/office/drawing/2014/main" val="3294011431"/>
                  </a:ext>
                </a:extLst>
              </a:tr>
              <a:tr h="368846">
                <a:tc>
                  <a:txBody>
                    <a:bodyPr/>
                    <a:lstStyle/>
                    <a:p>
                      <a:r>
                        <a:rPr lang="en-GB" dirty="0"/>
                        <a:t>Order Quantity</a:t>
                      </a:r>
                    </a:p>
                  </a:txBody>
                  <a:tcPr/>
                </a:tc>
                <a:tc>
                  <a:txBody>
                    <a:bodyPr/>
                    <a:lstStyle/>
                    <a:p>
                      <a:r>
                        <a:rPr lang="en-GB" dirty="0"/>
                        <a:t>185</a:t>
                      </a:r>
                    </a:p>
                  </a:txBody>
                  <a:tcPr/>
                </a:tc>
                <a:tc>
                  <a:txBody>
                    <a:bodyPr/>
                    <a:lstStyle/>
                    <a:p>
                      <a:r>
                        <a:rPr lang="en-GB" dirty="0"/>
                        <a:t>130</a:t>
                      </a:r>
                    </a:p>
                  </a:txBody>
                  <a:tcPr/>
                </a:tc>
                <a:extLst>
                  <a:ext uri="{0D108BD9-81ED-4DB2-BD59-A6C34878D82A}">
                    <a16:rowId xmlns:a16="http://schemas.microsoft.com/office/drawing/2014/main" val="3359942637"/>
                  </a:ext>
                </a:extLst>
              </a:tr>
              <a:tr h="368846">
                <a:tc>
                  <a:txBody>
                    <a:bodyPr/>
                    <a:lstStyle/>
                    <a:p>
                      <a:r>
                        <a:rPr lang="en-GB" dirty="0"/>
                        <a:t>Reorder Level</a:t>
                      </a:r>
                    </a:p>
                  </a:txBody>
                  <a:tcPr/>
                </a:tc>
                <a:tc>
                  <a:txBody>
                    <a:bodyPr/>
                    <a:lstStyle/>
                    <a:p>
                      <a:r>
                        <a:rPr lang="en-GB" dirty="0"/>
                        <a:t>151</a:t>
                      </a:r>
                    </a:p>
                  </a:txBody>
                  <a:tcPr/>
                </a:tc>
                <a:tc>
                  <a:txBody>
                    <a:bodyPr/>
                    <a:lstStyle/>
                    <a:p>
                      <a:r>
                        <a:rPr lang="en-GB" dirty="0"/>
                        <a:t>66</a:t>
                      </a:r>
                    </a:p>
                  </a:txBody>
                  <a:tcPr/>
                </a:tc>
                <a:extLst>
                  <a:ext uri="{0D108BD9-81ED-4DB2-BD59-A6C34878D82A}">
                    <a16:rowId xmlns:a16="http://schemas.microsoft.com/office/drawing/2014/main" val="1645684734"/>
                  </a:ext>
                </a:extLst>
              </a:tr>
            </a:tbl>
          </a:graphicData>
        </a:graphic>
      </p:graphicFrame>
      <p:graphicFrame>
        <p:nvGraphicFramePr>
          <p:cNvPr id="6" name="Table 6">
            <a:extLst>
              <a:ext uri="{FF2B5EF4-FFF2-40B4-BE49-F238E27FC236}">
                <a16:creationId xmlns:a16="http://schemas.microsoft.com/office/drawing/2014/main" id="{A9C00D24-FBD8-7902-CAB3-EB8BBB81AD73}"/>
              </a:ext>
            </a:extLst>
          </p:cNvPr>
          <p:cNvGraphicFramePr>
            <a:graphicFrameLocks noGrp="1"/>
          </p:cNvGraphicFramePr>
          <p:nvPr>
            <p:extLst>
              <p:ext uri="{D42A27DB-BD31-4B8C-83A1-F6EECF244321}">
                <p14:modId xmlns:p14="http://schemas.microsoft.com/office/powerpoint/2010/main" val="420052152"/>
              </p:ext>
            </p:extLst>
          </p:nvPr>
        </p:nvGraphicFramePr>
        <p:xfrm>
          <a:off x="643466" y="3192011"/>
          <a:ext cx="10275504" cy="2038008"/>
        </p:xfrm>
        <a:graphic>
          <a:graphicData uri="http://schemas.openxmlformats.org/drawingml/2006/table">
            <a:tbl>
              <a:tblPr firstRow="1" bandRow="1">
                <a:tableStyleId>{93296810-A885-4BE3-A3E7-6D5BEEA58F35}</a:tableStyleId>
              </a:tblPr>
              <a:tblGrid>
                <a:gridCol w="1712584">
                  <a:extLst>
                    <a:ext uri="{9D8B030D-6E8A-4147-A177-3AD203B41FA5}">
                      <a16:colId xmlns:a16="http://schemas.microsoft.com/office/drawing/2014/main" val="3768413229"/>
                    </a:ext>
                  </a:extLst>
                </a:gridCol>
                <a:gridCol w="1712584">
                  <a:extLst>
                    <a:ext uri="{9D8B030D-6E8A-4147-A177-3AD203B41FA5}">
                      <a16:colId xmlns:a16="http://schemas.microsoft.com/office/drawing/2014/main" val="2421445531"/>
                    </a:ext>
                  </a:extLst>
                </a:gridCol>
                <a:gridCol w="1712584">
                  <a:extLst>
                    <a:ext uri="{9D8B030D-6E8A-4147-A177-3AD203B41FA5}">
                      <a16:colId xmlns:a16="http://schemas.microsoft.com/office/drawing/2014/main" val="1940221843"/>
                    </a:ext>
                  </a:extLst>
                </a:gridCol>
                <a:gridCol w="1712584">
                  <a:extLst>
                    <a:ext uri="{9D8B030D-6E8A-4147-A177-3AD203B41FA5}">
                      <a16:colId xmlns:a16="http://schemas.microsoft.com/office/drawing/2014/main" val="1720719572"/>
                    </a:ext>
                  </a:extLst>
                </a:gridCol>
                <a:gridCol w="1712584">
                  <a:extLst>
                    <a:ext uri="{9D8B030D-6E8A-4147-A177-3AD203B41FA5}">
                      <a16:colId xmlns:a16="http://schemas.microsoft.com/office/drawing/2014/main" val="4207495504"/>
                    </a:ext>
                  </a:extLst>
                </a:gridCol>
                <a:gridCol w="1712584">
                  <a:extLst>
                    <a:ext uri="{9D8B030D-6E8A-4147-A177-3AD203B41FA5}">
                      <a16:colId xmlns:a16="http://schemas.microsoft.com/office/drawing/2014/main" val="4168725482"/>
                    </a:ext>
                  </a:extLst>
                </a:gridCol>
              </a:tblGrid>
              <a:tr h="675314">
                <a:tc>
                  <a:txBody>
                    <a:bodyPr/>
                    <a:lstStyle/>
                    <a:p>
                      <a:r>
                        <a:rPr lang="en-GB" dirty="0"/>
                        <a:t>Day</a:t>
                      </a:r>
                    </a:p>
                  </a:txBody>
                  <a:tcPr/>
                </a:tc>
                <a:tc>
                  <a:txBody>
                    <a:bodyPr/>
                    <a:lstStyle/>
                    <a:p>
                      <a:r>
                        <a:rPr lang="en-GB" dirty="0"/>
                        <a:t>Sprint Stock</a:t>
                      </a:r>
                    </a:p>
                  </a:txBody>
                  <a:tcPr/>
                </a:tc>
                <a:tc>
                  <a:txBody>
                    <a:bodyPr/>
                    <a:lstStyle/>
                    <a:p>
                      <a:r>
                        <a:rPr lang="en-GB" dirty="0"/>
                        <a:t>Vitality Stock</a:t>
                      </a:r>
                    </a:p>
                  </a:txBody>
                  <a:tcPr/>
                </a:tc>
                <a:tc>
                  <a:txBody>
                    <a:bodyPr/>
                    <a:lstStyle/>
                    <a:p>
                      <a:r>
                        <a:rPr lang="en-GB" dirty="0"/>
                        <a:t>Reorder Needed (S/V)</a:t>
                      </a:r>
                    </a:p>
                  </a:txBody>
                  <a:tcPr/>
                </a:tc>
                <a:tc>
                  <a:txBody>
                    <a:bodyPr/>
                    <a:lstStyle/>
                    <a:p>
                      <a:r>
                        <a:rPr lang="en-GB" dirty="0"/>
                        <a:t>Order Quantity 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Order Quantity V</a:t>
                      </a:r>
                    </a:p>
                    <a:p>
                      <a:endParaRPr lang="en-GB" dirty="0"/>
                    </a:p>
                  </a:txBody>
                  <a:tcPr/>
                </a:tc>
                <a:extLst>
                  <a:ext uri="{0D108BD9-81ED-4DB2-BD59-A6C34878D82A}">
                    <a16:rowId xmlns:a16="http://schemas.microsoft.com/office/drawing/2014/main" val="220231063"/>
                  </a:ext>
                </a:extLst>
              </a:tr>
              <a:tr h="483528">
                <a:tc>
                  <a:txBody>
                    <a:bodyPr/>
                    <a:lstStyle/>
                    <a:p>
                      <a:r>
                        <a:rPr lang="en-GB" dirty="0"/>
                        <a:t>01/06/2022</a:t>
                      </a:r>
                    </a:p>
                  </a:txBody>
                  <a:tcPr/>
                </a:tc>
                <a:tc>
                  <a:txBody>
                    <a:bodyPr/>
                    <a:lstStyle/>
                    <a:p>
                      <a:r>
                        <a:rPr lang="en-GB" dirty="0"/>
                        <a:t>210</a:t>
                      </a:r>
                    </a:p>
                  </a:txBody>
                  <a:tcPr/>
                </a:tc>
                <a:tc>
                  <a:txBody>
                    <a:bodyPr/>
                    <a:lstStyle/>
                    <a:p>
                      <a:r>
                        <a:rPr lang="en-GB" dirty="0"/>
                        <a:t>79</a:t>
                      </a:r>
                    </a:p>
                  </a:txBody>
                  <a:tcPr/>
                </a:tc>
                <a:tc>
                  <a:txBody>
                    <a:bodyPr/>
                    <a:lstStyle/>
                    <a:p>
                      <a:r>
                        <a:rPr lang="en-GB" dirty="0"/>
                        <a:t>No</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643603249"/>
                  </a:ext>
                </a:extLst>
              </a:tr>
              <a:tr h="4835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02/06/2022</a:t>
                      </a:r>
                    </a:p>
                    <a:p>
                      <a:endParaRPr lang="en-GB" dirty="0"/>
                    </a:p>
                  </a:txBody>
                  <a:tcPr/>
                </a:tc>
                <a:tc>
                  <a:txBody>
                    <a:bodyPr/>
                    <a:lstStyle/>
                    <a:p>
                      <a:r>
                        <a:rPr lang="en-GB" dirty="0"/>
                        <a:t>190</a:t>
                      </a:r>
                    </a:p>
                  </a:txBody>
                  <a:tcPr/>
                </a:tc>
                <a:tc>
                  <a:txBody>
                    <a:bodyPr/>
                    <a:lstStyle/>
                    <a:p>
                      <a:r>
                        <a:rPr lang="en-GB" dirty="0"/>
                        <a:t>57</a:t>
                      </a:r>
                    </a:p>
                  </a:txBody>
                  <a:tcPr/>
                </a:tc>
                <a:tc>
                  <a:txBody>
                    <a:bodyPr/>
                    <a:lstStyle/>
                    <a:p>
                      <a:r>
                        <a:rPr lang="en-GB"/>
                        <a:t>Yes (Vitality)</a:t>
                      </a:r>
                      <a:endParaRPr lang="en-GB" dirty="0"/>
                    </a:p>
                  </a:txBody>
                  <a:tcPr/>
                </a:tc>
                <a:tc>
                  <a:txBody>
                    <a:bodyPr/>
                    <a:lstStyle/>
                    <a:p>
                      <a:r>
                        <a:rPr lang="en-GB" dirty="0"/>
                        <a:t>=185-(190-151)</a:t>
                      </a:r>
                    </a:p>
                    <a:p>
                      <a:r>
                        <a:rPr lang="en-GB" dirty="0"/>
                        <a:t>=146</a:t>
                      </a:r>
                    </a:p>
                  </a:txBody>
                  <a:tcPr/>
                </a:tc>
                <a:tc>
                  <a:txBody>
                    <a:bodyPr/>
                    <a:lstStyle/>
                    <a:p>
                      <a:r>
                        <a:rPr lang="en-GB" dirty="0"/>
                        <a:t>66</a:t>
                      </a:r>
                    </a:p>
                  </a:txBody>
                  <a:tcPr/>
                </a:tc>
                <a:extLst>
                  <a:ext uri="{0D108BD9-81ED-4DB2-BD59-A6C34878D82A}">
                    <a16:rowId xmlns:a16="http://schemas.microsoft.com/office/drawing/2014/main" val="4240115675"/>
                  </a:ext>
                </a:extLst>
              </a:tr>
            </a:tbl>
          </a:graphicData>
        </a:graphic>
      </p:graphicFrame>
    </p:spTree>
    <p:extLst>
      <p:ext uri="{BB962C8B-B14F-4D97-AF65-F5344CB8AC3E}">
        <p14:creationId xmlns:p14="http://schemas.microsoft.com/office/powerpoint/2010/main" val="3667348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F033EC-EB64-EDA5-D894-6C737D5FB57A}"/>
              </a:ext>
            </a:extLst>
          </p:cNvPr>
          <p:cNvSpPr>
            <a:spLocks noGrp="1"/>
          </p:cNvSpPr>
          <p:nvPr>
            <p:ph type="title"/>
          </p:nvPr>
        </p:nvSpPr>
        <p:spPr>
          <a:xfrm>
            <a:off x="643467" y="321734"/>
            <a:ext cx="10905066" cy="1135737"/>
          </a:xfrm>
        </p:spPr>
        <p:txBody>
          <a:bodyPr>
            <a:normAutofit/>
          </a:bodyPr>
          <a:lstStyle/>
          <a:p>
            <a:r>
              <a:rPr lang="en-GB" sz="3600"/>
              <a:t>Recommendations</a:t>
            </a:r>
          </a:p>
        </p:txBody>
      </p:sp>
      <p:sp>
        <p:nvSpPr>
          <p:cNvPr id="3" name="Content Placeholder 2">
            <a:extLst>
              <a:ext uri="{FF2B5EF4-FFF2-40B4-BE49-F238E27FC236}">
                <a16:creationId xmlns:a16="http://schemas.microsoft.com/office/drawing/2014/main" id="{E88037E3-BACF-79DF-8AF2-57C3528DDAF0}"/>
              </a:ext>
            </a:extLst>
          </p:cNvPr>
          <p:cNvSpPr>
            <a:spLocks noGrp="1"/>
          </p:cNvSpPr>
          <p:nvPr>
            <p:ph idx="1"/>
          </p:nvPr>
        </p:nvSpPr>
        <p:spPr>
          <a:xfrm>
            <a:off x="643467" y="1782981"/>
            <a:ext cx="10905066" cy="4393982"/>
          </a:xfrm>
        </p:spPr>
        <p:txBody>
          <a:bodyPr>
            <a:normAutofit/>
          </a:bodyPr>
          <a:lstStyle/>
          <a:p>
            <a:r>
              <a:rPr lang="en-GB" sz="2400" dirty="0"/>
              <a:t>From parts A, our final recommendation to the store would be to purchase from Supplier A and B with the Ls, </a:t>
            </a:r>
            <a:r>
              <a:rPr lang="en-GB" sz="2400" dirty="0" err="1"/>
              <a:t>Lv</a:t>
            </a:r>
            <a:r>
              <a:rPr lang="en-GB" sz="2400" dirty="0"/>
              <a:t>, Qs, Qv values given previously. Should supplier C be available to order from as in Part B, we would suggest that the store does so.</a:t>
            </a:r>
          </a:p>
          <a:p>
            <a:endParaRPr lang="en-GB" sz="2400" dirty="0"/>
          </a:p>
          <a:p>
            <a:r>
              <a:rPr lang="en-GB" sz="2400" dirty="0"/>
              <a:t>Should suppliers A and B merge as they do in part C, our recommendation would be to order on a model as given, by adjusting the order levels to suit the current inventory level.</a:t>
            </a:r>
          </a:p>
          <a:p>
            <a:endParaRPr lang="en-GB" sz="2400" dirty="0"/>
          </a:p>
          <a:p>
            <a:r>
              <a:rPr lang="en-GB" sz="2400" dirty="0"/>
              <a:t>Obviously, all of these recommendations are based on a previous years’ data so the store needs to be aware that demand may vary.</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95222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3F9D7D-8B7D-49DF-AA94-0A9A8D671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38596" y="1327668"/>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274246"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04237697-F4A7-DEEB-E3E3-6E509EE7477C}"/>
              </a:ext>
            </a:extLst>
          </p:cNvPr>
          <p:cNvSpPr>
            <a:spLocks noGrp="1"/>
          </p:cNvSpPr>
          <p:nvPr>
            <p:ph type="title"/>
          </p:nvPr>
        </p:nvSpPr>
        <p:spPr>
          <a:xfrm>
            <a:off x="6826981" y="2452526"/>
            <a:ext cx="4248318" cy="1952947"/>
          </a:xfrm>
          <a:noFill/>
        </p:spPr>
        <p:txBody>
          <a:bodyPr vert="horz" lIns="91440" tIns="45720" rIns="91440" bIns="45720" rtlCol="0" anchor="ctr">
            <a:normAutofit/>
          </a:bodyPr>
          <a:lstStyle/>
          <a:p>
            <a:pPr algn="ctr"/>
            <a:r>
              <a:rPr lang="en-US" sz="3600" kern="1200" dirty="0">
                <a:solidFill>
                  <a:srgbClr val="080808"/>
                </a:solidFill>
                <a:latin typeface="+mj-lt"/>
                <a:ea typeface="+mj-ea"/>
                <a:cs typeface="+mj-cs"/>
              </a:rPr>
              <a:t>Any </a:t>
            </a:r>
            <a:r>
              <a:rPr lang="en-US" sz="3600" dirty="0">
                <a:solidFill>
                  <a:srgbClr val="080808"/>
                </a:solidFill>
              </a:rPr>
              <a:t>q</a:t>
            </a:r>
            <a:r>
              <a:rPr lang="en-US" sz="3600" kern="1200" dirty="0">
                <a:solidFill>
                  <a:srgbClr val="080808"/>
                </a:solidFill>
                <a:latin typeface="+mj-lt"/>
                <a:ea typeface="+mj-ea"/>
                <a:cs typeface="+mj-cs"/>
              </a:rPr>
              <a:t>uestions?</a:t>
            </a:r>
          </a:p>
        </p:txBody>
      </p:sp>
      <p:sp>
        <p:nvSpPr>
          <p:cNvPr id="16" name="Freeform: Shape 15">
            <a:extLst>
              <a:ext uri="{FF2B5EF4-FFF2-40B4-BE49-F238E27FC236}">
                <a16:creationId xmlns:a16="http://schemas.microsoft.com/office/drawing/2014/main" id="{6D6E3EFD-925A-40CD-8E14-FDD4E6DDC6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7170340" cy="5062213"/>
          </a:xfrm>
          <a:custGeom>
            <a:avLst/>
            <a:gdLst>
              <a:gd name="connsiteX0" fmla="*/ 7170340 w 7170340"/>
              <a:gd name="connsiteY0" fmla="*/ 0 h 5062213"/>
              <a:gd name="connsiteX1" fmla="*/ 7170340 w 7170340"/>
              <a:gd name="connsiteY1" fmla="*/ 2954084 h 5062213"/>
              <a:gd name="connsiteX2" fmla="*/ 5062211 w 7170340"/>
              <a:gd name="connsiteY2" fmla="*/ 5062213 h 5062213"/>
              <a:gd name="connsiteX3" fmla="*/ 0 w 7170340"/>
              <a:gd name="connsiteY3" fmla="*/ 2 h 5062213"/>
            </a:gdLst>
            <a:ahLst/>
            <a:cxnLst>
              <a:cxn ang="0">
                <a:pos x="connsiteX0" y="connsiteY0"/>
              </a:cxn>
              <a:cxn ang="0">
                <a:pos x="connsiteX1" y="connsiteY1"/>
              </a:cxn>
              <a:cxn ang="0">
                <a:pos x="connsiteX2" y="connsiteY2"/>
              </a:cxn>
              <a:cxn ang="0">
                <a:pos x="connsiteX3" y="connsiteY3"/>
              </a:cxn>
            </a:cxnLst>
            <a:rect l="l" t="t" r="r" b="b"/>
            <a:pathLst>
              <a:path w="7170340" h="5062213">
                <a:moveTo>
                  <a:pt x="7170340" y="0"/>
                </a:moveTo>
                <a:lnTo>
                  <a:pt x="7170340" y="2954084"/>
                </a:lnTo>
                <a:lnTo>
                  <a:pt x="5062211" y="5062213"/>
                </a:lnTo>
                <a:lnTo>
                  <a:pt x="0" y="2"/>
                </a:lnTo>
                <a:close/>
              </a:path>
            </a:pathLst>
          </a:cu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Question mark">
            <a:extLst>
              <a:ext uri="{FF2B5EF4-FFF2-40B4-BE49-F238E27FC236}">
                <a16:creationId xmlns:a16="http://schemas.microsoft.com/office/drawing/2014/main" id="{C4340A78-871B-2570-E452-D2596DAA12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2696" y="319314"/>
            <a:ext cx="2525486" cy="2525486"/>
          </a:xfrm>
          <a:prstGeom prst="rect">
            <a:avLst/>
          </a:prstGeom>
        </p:spPr>
      </p:pic>
      <p:sp>
        <p:nvSpPr>
          <p:cNvPr id="18" name="Rectangle 17">
            <a:extLst>
              <a:ext uri="{FF2B5EF4-FFF2-40B4-BE49-F238E27FC236}">
                <a16:creationId xmlns:a16="http://schemas.microsoft.com/office/drawing/2014/main" id="{3A91C067-F707-44D1-A9C2-9913E6ADC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11832" y="4010957"/>
            <a:ext cx="870888" cy="87088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61203" y="5394406"/>
            <a:ext cx="856138" cy="85613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314455" y="5398229"/>
            <a:ext cx="381459" cy="381459"/>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580C66-5435-4F00-873E-679D3D504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75779" y="5848285"/>
            <a:ext cx="714978" cy="71497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B4AFD177-1A38-4FAE-87D4-840AE22C8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2600" y="5474491"/>
            <a:ext cx="2767017" cy="1383509"/>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806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1436</Words>
  <Application>Microsoft Office PowerPoint</Application>
  <PresentationFormat>Widescreen</PresentationFormat>
  <Paragraphs>118</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Group 11 Presentation</vt:lpstr>
      <vt:lpstr>Introduction</vt:lpstr>
      <vt:lpstr>The Simulation Model</vt:lpstr>
      <vt:lpstr>The Simulation Model</vt:lpstr>
      <vt:lpstr>The Simulation Model</vt:lpstr>
      <vt:lpstr>The Simulation Model</vt:lpstr>
      <vt:lpstr>The Simulation Model</vt:lpstr>
      <vt:lpstr>The Simulation Model</vt:lpstr>
      <vt:lpstr>Calculating Lead Time</vt:lpstr>
      <vt:lpstr>Ordering Policies – First Approach</vt:lpstr>
      <vt:lpstr>Ordering Policies – Second Approach</vt:lpstr>
      <vt:lpstr>Ordering Policies – Second Approach</vt:lpstr>
      <vt:lpstr>Ordering Policies – Final Values</vt:lpstr>
      <vt:lpstr>Conclusions – Part A </vt:lpstr>
      <vt:lpstr>Conclusions – Part B</vt:lpstr>
      <vt:lpstr>Conclusions – Part C</vt:lpstr>
      <vt:lpstr>Part C Example</vt:lpstr>
      <vt:lpstr>Recommendations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11 Presentation</dc:title>
  <dc:creator>Adam Preedy</dc:creator>
  <cp:lastModifiedBy>Adam Preedy</cp:lastModifiedBy>
  <cp:revision>1</cp:revision>
  <dcterms:created xsi:type="dcterms:W3CDTF">2023-03-03T11:05:35Z</dcterms:created>
  <dcterms:modified xsi:type="dcterms:W3CDTF">2023-03-06T13:24:07Z</dcterms:modified>
</cp:coreProperties>
</file>